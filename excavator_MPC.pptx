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86" r:id="rId2"/>
    <p:sldId id="344" r:id="rId3"/>
    <p:sldId id="315" r:id="rId4"/>
    <p:sldId id="277" r:id="rId5"/>
    <p:sldId id="278" r:id="rId6"/>
    <p:sldId id="279" r:id="rId7"/>
    <p:sldId id="289" r:id="rId8"/>
    <p:sldId id="301" r:id="rId9"/>
    <p:sldId id="303" r:id="rId10"/>
    <p:sldId id="298" r:id="rId11"/>
    <p:sldId id="354" r:id="rId12"/>
    <p:sldId id="355" r:id="rId13"/>
    <p:sldId id="356" r:id="rId14"/>
    <p:sldId id="350" r:id="rId15"/>
    <p:sldId id="256" r:id="rId16"/>
    <p:sldId id="257" r:id="rId17"/>
    <p:sldId id="332" r:id="rId18"/>
    <p:sldId id="265" r:id="rId19"/>
    <p:sldId id="363" r:id="rId20"/>
    <p:sldId id="360" r:id="rId21"/>
    <p:sldId id="361" r:id="rId22"/>
    <p:sldId id="258" r:id="rId23"/>
    <p:sldId id="259" r:id="rId24"/>
    <p:sldId id="260" r:id="rId25"/>
    <p:sldId id="261" r:id="rId26"/>
    <p:sldId id="262" r:id="rId27"/>
    <p:sldId id="263" r:id="rId28"/>
    <p:sldId id="362" r:id="rId29"/>
    <p:sldId id="264" r:id="rId30"/>
    <p:sldId id="334" r:id="rId31"/>
    <p:sldId id="335" r:id="rId32"/>
    <p:sldId id="333" r:id="rId33"/>
    <p:sldId id="336" r:id="rId34"/>
    <p:sldId id="343" r:id="rId35"/>
    <p:sldId id="341" r:id="rId36"/>
    <p:sldId id="342" r:id="rId37"/>
    <p:sldId id="337" r:id="rId38"/>
    <p:sldId id="338" r:id="rId39"/>
    <p:sldId id="339" r:id="rId40"/>
    <p:sldId id="340" r:id="rId41"/>
    <p:sldId id="305" r:id="rId42"/>
    <p:sldId id="321" r:id="rId43"/>
    <p:sldId id="359" r:id="rId44"/>
    <p:sldId id="322" r:id="rId45"/>
    <p:sldId id="316" r:id="rId46"/>
    <p:sldId id="308" r:id="rId47"/>
    <p:sldId id="309" r:id="rId48"/>
    <p:sldId id="317" r:id="rId49"/>
    <p:sldId id="319" r:id="rId50"/>
    <p:sldId id="320" r:id="rId51"/>
    <p:sldId id="323" r:id="rId52"/>
    <p:sldId id="324" r:id="rId53"/>
    <p:sldId id="325" r:id="rId54"/>
    <p:sldId id="327" r:id="rId55"/>
    <p:sldId id="328" r:id="rId56"/>
    <p:sldId id="329" r:id="rId57"/>
    <p:sldId id="331" r:id="rId58"/>
    <p:sldId id="330" r:id="rId59"/>
    <p:sldId id="295" r:id="rId60"/>
    <p:sldId id="326" r:id="rId61"/>
    <p:sldId id="314" r:id="rId62"/>
    <p:sldId id="345" r:id="rId63"/>
    <p:sldId id="268" r:id="rId64"/>
    <p:sldId id="346" r:id="rId65"/>
    <p:sldId id="347" r:id="rId66"/>
    <p:sldId id="349" r:id="rId67"/>
    <p:sldId id="353" r:id="rId68"/>
    <p:sldId id="272" r:id="rId69"/>
    <p:sldId id="276" r:id="rId7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51" autoAdjust="0"/>
    <p:restoredTop sz="95706" autoAdjust="0"/>
  </p:normalViewPr>
  <p:slideViewPr>
    <p:cSldViewPr snapToGrid="0">
      <p:cViewPr varScale="1">
        <p:scale>
          <a:sx n="91" d="100"/>
          <a:sy n="91" d="100"/>
        </p:scale>
        <p:origin x="96" y="163"/>
      </p:cViewPr>
      <p:guideLst/>
    </p:cSldViewPr>
  </p:slideViewPr>
  <p:outlineViewPr>
    <p:cViewPr>
      <p:scale>
        <a:sx n="33" d="100"/>
        <a:sy n="33" d="100"/>
      </p:scale>
      <p:origin x="0" y="-145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D:\thesis\excavater\Thesis_article\code_presentation\eXactMPC_results_table_chart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thesis\excavater\Thesis_article\code_presentation\eXactMPC_results_table_char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US"/>
              <a:t>Position Error Components (m)</a:t>
            </a:r>
          </a:p>
        </c:rich>
      </c:tx>
      <c:overlay val="0"/>
    </c:title>
    <c:autoTitleDeleted val="0"/>
    <c:plotArea>
      <c:layout/>
      <c:lineChart>
        <c:grouping val="standard"/>
        <c:varyColors val="0"/>
        <c:ser>
          <c:idx val="0"/>
          <c:order val="0"/>
          <c:tx>
            <c:v>Error_x</c:v>
          </c:tx>
          <c:spPr>
            <a:ln/>
          </c:spPr>
          <c:marker>
            <c:symbol val="circle"/>
            <c:size val="5"/>
          </c:marker>
          <c:cat>
            <c:strRef>
              <c:f>Data!$A$2:$A$10</c:f>
              <c:strCache>
                <c:ptCount val="9"/>
                <c:pt idx="0">
                  <c:v>T1</c:v>
                </c:pt>
                <c:pt idx="1">
                  <c:v>T2</c:v>
                </c:pt>
                <c:pt idx="2">
                  <c:v>T3</c:v>
                </c:pt>
                <c:pt idx="3">
                  <c:v>T4</c:v>
                </c:pt>
                <c:pt idx="4">
                  <c:v>T5</c:v>
                </c:pt>
                <c:pt idx="5">
                  <c:v>T6</c:v>
                </c:pt>
                <c:pt idx="6">
                  <c:v>T7</c:v>
                </c:pt>
                <c:pt idx="7">
                  <c:v>T8</c:v>
                </c:pt>
                <c:pt idx="8">
                  <c:v>T9</c:v>
                </c:pt>
              </c:strCache>
            </c:strRef>
          </c:cat>
          <c:val>
            <c:numRef>
              <c:f>Data!$E$2:$E$10</c:f>
              <c:numCache>
                <c:formatCode>0.000</c:formatCode>
                <c:ptCount val="9"/>
                <c:pt idx="0">
                  <c:v>-3.0000000000000001E-3</c:v>
                </c:pt>
                <c:pt idx="1">
                  <c:v>-2.1999999999999999E-2</c:v>
                </c:pt>
                <c:pt idx="2">
                  <c:v>0</c:v>
                </c:pt>
                <c:pt idx="3">
                  <c:v>-3.2000000000000001E-2</c:v>
                </c:pt>
                <c:pt idx="4">
                  <c:v>0</c:v>
                </c:pt>
                <c:pt idx="5">
                  <c:v>0</c:v>
                </c:pt>
                <c:pt idx="6">
                  <c:v>-5.8000000000000003E-2</c:v>
                </c:pt>
                <c:pt idx="7">
                  <c:v>0</c:v>
                </c:pt>
                <c:pt idx="8">
                  <c:v>0</c:v>
                </c:pt>
              </c:numCache>
            </c:numRef>
          </c:val>
          <c:smooth val="0"/>
          <c:extLst>
            <c:ext xmlns:c16="http://schemas.microsoft.com/office/drawing/2014/chart" uri="{C3380CC4-5D6E-409C-BE32-E72D297353CC}">
              <c16:uniqueId val="{00000000-F3E3-4344-9349-2E6FE74A5A3C}"/>
            </c:ext>
          </c:extLst>
        </c:ser>
        <c:ser>
          <c:idx val="1"/>
          <c:order val="1"/>
          <c:tx>
            <c:v>Error_y</c:v>
          </c:tx>
          <c:spPr>
            <a:ln/>
          </c:spPr>
          <c:marker>
            <c:symbol val="circle"/>
            <c:size val="5"/>
          </c:marker>
          <c:cat>
            <c:strRef>
              <c:f>Data!$A$2:$A$10</c:f>
              <c:strCache>
                <c:ptCount val="9"/>
                <c:pt idx="0">
                  <c:v>T1</c:v>
                </c:pt>
                <c:pt idx="1">
                  <c:v>T2</c:v>
                </c:pt>
                <c:pt idx="2">
                  <c:v>T3</c:v>
                </c:pt>
                <c:pt idx="3">
                  <c:v>T4</c:v>
                </c:pt>
                <c:pt idx="4">
                  <c:v>T5</c:v>
                </c:pt>
                <c:pt idx="5">
                  <c:v>T6</c:v>
                </c:pt>
                <c:pt idx="6">
                  <c:v>T7</c:v>
                </c:pt>
                <c:pt idx="7">
                  <c:v>T8</c:v>
                </c:pt>
                <c:pt idx="8">
                  <c:v>T9</c:v>
                </c:pt>
              </c:strCache>
            </c:strRef>
          </c:cat>
          <c:val>
            <c:numRef>
              <c:f>Data!$F$2:$F$10</c:f>
              <c:numCache>
                <c:formatCode>0.000</c:formatCode>
                <c:ptCount val="9"/>
                <c:pt idx="0">
                  <c:v>-1E-3</c:v>
                </c:pt>
                <c:pt idx="1">
                  <c:v>6.0000000000000001E-3</c:v>
                </c:pt>
                <c:pt idx="2">
                  <c:v>0</c:v>
                </c:pt>
                <c:pt idx="3">
                  <c:v>-1.4E-2</c:v>
                </c:pt>
                <c:pt idx="4">
                  <c:v>0</c:v>
                </c:pt>
                <c:pt idx="5">
                  <c:v>0</c:v>
                </c:pt>
                <c:pt idx="6">
                  <c:v>6.9000000000000006E-2</c:v>
                </c:pt>
                <c:pt idx="7">
                  <c:v>0</c:v>
                </c:pt>
                <c:pt idx="8">
                  <c:v>0</c:v>
                </c:pt>
              </c:numCache>
            </c:numRef>
          </c:val>
          <c:smooth val="0"/>
          <c:extLst>
            <c:ext xmlns:c16="http://schemas.microsoft.com/office/drawing/2014/chart" uri="{C3380CC4-5D6E-409C-BE32-E72D297353CC}">
              <c16:uniqueId val="{00000001-F3E3-4344-9349-2E6FE74A5A3C}"/>
            </c:ext>
          </c:extLst>
        </c:ser>
        <c:ser>
          <c:idx val="2"/>
          <c:order val="2"/>
          <c:tx>
            <c:v>Error_z</c:v>
          </c:tx>
          <c:spPr>
            <a:ln/>
          </c:spPr>
          <c:marker>
            <c:symbol val="circle"/>
            <c:size val="5"/>
          </c:marker>
          <c:cat>
            <c:strRef>
              <c:f>Data!$A$2:$A$10</c:f>
              <c:strCache>
                <c:ptCount val="9"/>
                <c:pt idx="0">
                  <c:v>T1</c:v>
                </c:pt>
                <c:pt idx="1">
                  <c:v>T2</c:v>
                </c:pt>
                <c:pt idx="2">
                  <c:v>T3</c:v>
                </c:pt>
                <c:pt idx="3">
                  <c:v>T4</c:v>
                </c:pt>
                <c:pt idx="4">
                  <c:v>T5</c:v>
                </c:pt>
                <c:pt idx="5">
                  <c:v>T6</c:v>
                </c:pt>
                <c:pt idx="6">
                  <c:v>T7</c:v>
                </c:pt>
                <c:pt idx="7">
                  <c:v>T8</c:v>
                </c:pt>
                <c:pt idx="8">
                  <c:v>T9</c:v>
                </c:pt>
              </c:strCache>
            </c:strRef>
          </c:cat>
          <c:val>
            <c:numRef>
              <c:f>Data!$G$2:$G$10</c:f>
              <c:numCache>
                <c:formatCode>0.000</c:formatCode>
                <c:ptCount val="9"/>
                <c:pt idx="0">
                  <c:v>0</c:v>
                </c:pt>
                <c:pt idx="1">
                  <c:v>6.0000000000000001E-3</c:v>
                </c:pt>
                <c:pt idx="2">
                  <c:v>0</c:v>
                </c:pt>
                <c:pt idx="3">
                  <c:v>-1E-3</c:v>
                </c:pt>
                <c:pt idx="4">
                  <c:v>0</c:v>
                </c:pt>
                <c:pt idx="5">
                  <c:v>0</c:v>
                </c:pt>
                <c:pt idx="6">
                  <c:v>-2.9000000000000001E-2</c:v>
                </c:pt>
                <c:pt idx="7">
                  <c:v>0</c:v>
                </c:pt>
                <c:pt idx="8">
                  <c:v>0</c:v>
                </c:pt>
              </c:numCache>
            </c:numRef>
          </c:val>
          <c:smooth val="0"/>
          <c:extLst>
            <c:ext xmlns:c16="http://schemas.microsoft.com/office/drawing/2014/chart" uri="{C3380CC4-5D6E-409C-BE32-E72D297353CC}">
              <c16:uniqueId val="{00000002-F3E3-4344-9349-2E6FE74A5A3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crossAx val="48672768"/>
        <c:crosses val="autoZero"/>
        <c:auto val="1"/>
        <c:lblAlgn val="ctr"/>
        <c:lblOffset val="100"/>
        <c:noMultiLvlLbl val="0"/>
      </c:catAx>
      <c:valAx>
        <c:axId val="48672768"/>
        <c:scaling>
          <c:orientation val="minMax"/>
        </c:scaling>
        <c:delete val="0"/>
        <c:axPos val="l"/>
        <c:numFmt formatCode="0.000" sourceLinked="0"/>
        <c:majorTickMark val="none"/>
        <c:minorTickMark val="none"/>
        <c:tickLblPos val="nextTo"/>
        <c:crossAx val="48650112"/>
        <c:crosses val="autoZero"/>
        <c:crossBetween val="between"/>
      </c:valAx>
    </c:plotArea>
    <c:legend>
      <c:legendPos val="r"/>
      <c:overlay val="1"/>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US"/>
              <a:t>Position Error Norm ||e_xyz|| (m)</a:t>
            </a:r>
          </a:p>
        </c:rich>
      </c:tx>
      <c:overlay val="0"/>
    </c:title>
    <c:autoTitleDeleted val="0"/>
    <c:plotArea>
      <c:layout/>
      <c:lineChart>
        <c:grouping val="standard"/>
        <c:varyColors val="0"/>
        <c:ser>
          <c:idx val="0"/>
          <c:order val="0"/>
          <c:tx>
            <c:v>Error_norm_xyz</c:v>
          </c:tx>
          <c:spPr>
            <a:ln/>
          </c:spPr>
          <c:marker>
            <c:symbol val="circle"/>
            <c:size val="5"/>
          </c:marker>
          <c:cat>
            <c:strRef>
              <c:f>Data!$A$2:$A$10</c:f>
              <c:strCache>
                <c:ptCount val="9"/>
                <c:pt idx="0">
                  <c:v>T1</c:v>
                </c:pt>
                <c:pt idx="1">
                  <c:v>T2</c:v>
                </c:pt>
                <c:pt idx="2">
                  <c:v>T3</c:v>
                </c:pt>
                <c:pt idx="3">
                  <c:v>T4</c:v>
                </c:pt>
                <c:pt idx="4">
                  <c:v>T5</c:v>
                </c:pt>
                <c:pt idx="5">
                  <c:v>T6</c:v>
                </c:pt>
                <c:pt idx="6">
                  <c:v>T7</c:v>
                </c:pt>
                <c:pt idx="7">
                  <c:v>T8</c:v>
                </c:pt>
                <c:pt idx="8">
                  <c:v>T9</c:v>
                </c:pt>
              </c:strCache>
            </c:strRef>
          </c:cat>
          <c:val>
            <c:numRef>
              <c:f>Data!$L$2:$L$10</c:f>
              <c:numCache>
                <c:formatCode>0.000</c:formatCode>
                <c:ptCount val="9"/>
                <c:pt idx="0">
                  <c:v>3.1622776601683794E-3</c:v>
                </c:pt>
                <c:pt idx="1">
                  <c:v>2.3579652245103191E-2</c:v>
                </c:pt>
                <c:pt idx="2">
                  <c:v>0</c:v>
                </c:pt>
                <c:pt idx="3">
                  <c:v>3.4942810419312298E-2</c:v>
                </c:pt>
                <c:pt idx="4">
                  <c:v>0</c:v>
                </c:pt>
                <c:pt idx="5">
                  <c:v>0</c:v>
                </c:pt>
                <c:pt idx="6">
                  <c:v>9.4688964510126525E-2</c:v>
                </c:pt>
                <c:pt idx="7">
                  <c:v>0</c:v>
                </c:pt>
                <c:pt idx="8">
                  <c:v>0</c:v>
                </c:pt>
              </c:numCache>
            </c:numRef>
          </c:val>
          <c:smooth val="0"/>
          <c:extLst>
            <c:ext xmlns:c16="http://schemas.microsoft.com/office/drawing/2014/chart" uri="{C3380CC4-5D6E-409C-BE32-E72D297353CC}">
              <c16:uniqueId val="{00000000-3E9B-482E-A709-19448BE71B30}"/>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crossAx val="48672768"/>
        <c:crosses val="autoZero"/>
        <c:auto val="1"/>
        <c:lblAlgn val="ctr"/>
        <c:lblOffset val="100"/>
        <c:noMultiLvlLbl val="0"/>
      </c:catAx>
      <c:valAx>
        <c:axId val="48672768"/>
        <c:scaling>
          <c:orientation val="minMax"/>
        </c:scaling>
        <c:delete val="0"/>
        <c:axPos val="l"/>
        <c:numFmt formatCode="0.000" sourceLinked="0"/>
        <c:majorTickMark val="none"/>
        <c:minorTickMark val="none"/>
        <c:tickLblPos val="nextTo"/>
        <c:crossAx val="48650112"/>
        <c:crosses val="autoZero"/>
        <c:crossBetween val="between"/>
      </c:valAx>
    </c:plotArea>
    <c:legend>
      <c:legendPos val="r"/>
      <c:overlay val="1"/>
    </c:legend>
    <c:plotVisOnly val="1"/>
    <c:dispBlanksAs val="zero"/>
    <c:showDLblsOverMax val="1"/>
  </c:chart>
  <c:externalData r:id="rId1">
    <c:autoUpdate val="0"/>
  </c:externalData>
</c:chartSpace>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ata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992013-9A8F-482A-9348-9F1FD3D06CD1}"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2294EB61-B1C0-4EF4-AC71-E6421DF8B38A}">
      <dgm:prSet/>
      <dgm:spPr/>
      <dgm:t>
        <a:bodyPr/>
        <a:lstStyle/>
        <a:p>
          <a:r>
            <a:rPr lang="en-US" dirty="0"/>
            <a:t>How  to  build the model based </a:t>
          </a:r>
          <a:r>
            <a:rPr lang="en-US" dirty="0" err="1"/>
            <a:t>MPc</a:t>
          </a:r>
          <a:r>
            <a:rPr lang="en-US" dirty="0"/>
            <a:t> as  we need </a:t>
          </a:r>
        </a:p>
      </dgm:t>
    </dgm:pt>
    <dgm:pt modelId="{447018D6-078D-416A-AA74-910B0E02C196}" type="parTrans" cxnId="{937FE7D4-A2AC-4B9C-8FC8-F84DEAFF5C6D}">
      <dgm:prSet/>
      <dgm:spPr/>
      <dgm:t>
        <a:bodyPr/>
        <a:lstStyle/>
        <a:p>
          <a:endParaRPr lang="en-US"/>
        </a:p>
      </dgm:t>
    </dgm:pt>
    <dgm:pt modelId="{6FF198C5-7E47-409F-BE50-3641AD2845DD}" type="sibTrans" cxnId="{937FE7D4-A2AC-4B9C-8FC8-F84DEAFF5C6D}">
      <dgm:prSet/>
      <dgm:spPr/>
      <dgm:t>
        <a:bodyPr/>
        <a:lstStyle/>
        <a:p>
          <a:endParaRPr lang="en-US"/>
        </a:p>
      </dgm:t>
    </dgm:pt>
    <dgm:pt modelId="{2E107238-90E9-4ACB-BA90-058DE3527015}">
      <dgm:prSet/>
      <dgm:spPr/>
      <dgm:t>
        <a:bodyPr/>
        <a:lstStyle/>
        <a:p>
          <a:r>
            <a:rPr lang="en-US"/>
            <a:t>1. a good  plugins of algrithem for it </a:t>
          </a:r>
        </a:p>
      </dgm:t>
    </dgm:pt>
    <dgm:pt modelId="{A7078EB1-CA82-49FC-80C8-1EF97DE325F1}" type="parTrans" cxnId="{11EE59F1-2563-4300-A8C5-58B81BE5D8B5}">
      <dgm:prSet/>
      <dgm:spPr/>
      <dgm:t>
        <a:bodyPr/>
        <a:lstStyle/>
        <a:p>
          <a:endParaRPr lang="en-US"/>
        </a:p>
      </dgm:t>
    </dgm:pt>
    <dgm:pt modelId="{7212C4C1-5ED3-4DF7-9A12-6F04604C8917}" type="sibTrans" cxnId="{11EE59F1-2563-4300-A8C5-58B81BE5D8B5}">
      <dgm:prSet/>
      <dgm:spPr/>
      <dgm:t>
        <a:bodyPr/>
        <a:lstStyle/>
        <a:p>
          <a:endParaRPr lang="en-US"/>
        </a:p>
      </dgm:t>
    </dgm:pt>
    <dgm:pt modelId="{F4DB401C-E220-4ABB-AA16-AAA742B4D7FB}">
      <dgm:prSet/>
      <dgm:spPr/>
      <dgm:t>
        <a:bodyPr/>
        <a:lstStyle/>
        <a:p>
          <a:r>
            <a:rPr lang="en-US"/>
            <a:t>2.we need a perfect and precisise urdf can map the real robot architecture we have , like a mirror better  real and virtual. </a:t>
          </a:r>
        </a:p>
      </dgm:t>
    </dgm:pt>
    <dgm:pt modelId="{A8F65D4D-205D-4B08-B374-F314AFDA92AA}" type="parTrans" cxnId="{0FA0760D-9547-49B0-96D6-22D09C1F9B27}">
      <dgm:prSet/>
      <dgm:spPr/>
      <dgm:t>
        <a:bodyPr/>
        <a:lstStyle/>
        <a:p>
          <a:endParaRPr lang="en-US"/>
        </a:p>
      </dgm:t>
    </dgm:pt>
    <dgm:pt modelId="{F0D59E80-9C71-4326-B78B-642A6518BC20}" type="sibTrans" cxnId="{0FA0760D-9547-49B0-96D6-22D09C1F9B27}">
      <dgm:prSet/>
      <dgm:spPr/>
      <dgm:t>
        <a:bodyPr/>
        <a:lstStyle/>
        <a:p>
          <a:endParaRPr lang="en-US"/>
        </a:p>
      </dgm:t>
    </dgm:pt>
    <dgm:pt modelId="{9A84DE6C-81A2-4806-897F-B80CE46393B0}">
      <dgm:prSet/>
      <dgm:spPr/>
      <dgm:t>
        <a:bodyPr/>
        <a:lstStyle/>
        <a:p>
          <a:r>
            <a:rPr lang="en-US"/>
            <a:t>3. 3D rigid-body dynamics update </a:t>
          </a:r>
        </a:p>
      </dgm:t>
    </dgm:pt>
    <dgm:pt modelId="{DEFA6F3D-6A59-498B-ACDC-34B722A619FD}" type="parTrans" cxnId="{62E9AFC8-3724-4C85-A253-E014B3B2D8F8}">
      <dgm:prSet/>
      <dgm:spPr/>
      <dgm:t>
        <a:bodyPr/>
        <a:lstStyle/>
        <a:p>
          <a:endParaRPr lang="en-US"/>
        </a:p>
      </dgm:t>
    </dgm:pt>
    <dgm:pt modelId="{A73A92E2-4602-4594-B5EB-64022B51FB21}" type="sibTrans" cxnId="{62E9AFC8-3724-4C85-A253-E014B3B2D8F8}">
      <dgm:prSet/>
      <dgm:spPr/>
      <dgm:t>
        <a:bodyPr/>
        <a:lstStyle/>
        <a:p>
          <a:endParaRPr lang="en-US"/>
        </a:p>
      </dgm:t>
    </dgm:pt>
    <dgm:pt modelId="{1B20BB81-B431-491C-A86E-7BFBC7888F3C}" type="pres">
      <dgm:prSet presAssocID="{62992013-9A8F-482A-9348-9F1FD3D06CD1}" presName="linear" presStyleCnt="0">
        <dgm:presLayoutVars>
          <dgm:animLvl val="lvl"/>
          <dgm:resizeHandles val="exact"/>
        </dgm:presLayoutVars>
      </dgm:prSet>
      <dgm:spPr/>
    </dgm:pt>
    <dgm:pt modelId="{3B01CBD8-A76B-48C6-B2F4-9DE68990BFD7}" type="pres">
      <dgm:prSet presAssocID="{2294EB61-B1C0-4EF4-AC71-E6421DF8B38A}" presName="parentText" presStyleLbl="node1" presStyleIdx="0" presStyleCnt="4">
        <dgm:presLayoutVars>
          <dgm:chMax val="0"/>
          <dgm:bulletEnabled val="1"/>
        </dgm:presLayoutVars>
      </dgm:prSet>
      <dgm:spPr/>
    </dgm:pt>
    <dgm:pt modelId="{A59E7F85-E470-4337-9E38-319E8EEF203A}" type="pres">
      <dgm:prSet presAssocID="{6FF198C5-7E47-409F-BE50-3641AD2845DD}" presName="spacer" presStyleCnt="0"/>
      <dgm:spPr/>
    </dgm:pt>
    <dgm:pt modelId="{705C74CF-4203-45EE-BA64-5104D8D1EC9E}" type="pres">
      <dgm:prSet presAssocID="{2E107238-90E9-4ACB-BA90-058DE3527015}" presName="parentText" presStyleLbl="node1" presStyleIdx="1" presStyleCnt="4">
        <dgm:presLayoutVars>
          <dgm:chMax val="0"/>
          <dgm:bulletEnabled val="1"/>
        </dgm:presLayoutVars>
      </dgm:prSet>
      <dgm:spPr/>
    </dgm:pt>
    <dgm:pt modelId="{3F6769BA-2435-4DAE-BD5A-1194DC26642F}" type="pres">
      <dgm:prSet presAssocID="{7212C4C1-5ED3-4DF7-9A12-6F04604C8917}" presName="spacer" presStyleCnt="0"/>
      <dgm:spPr/>
    </dgm:pt>
    <dgm:pt modelId="{E152D401-F42D-471D-B92F-E967210EA04F}" type="pres">
      <dgm:prSet presAssocID="{F4DB401C-E220-4ABB-AA16-AAA742B4D7FB}" presName="parentText" presStyleLbl="node1" presStyleIdx="2" presStyleCnt="4">
        <dgm:presLayoutVars>
          <dgm:chMax val="0"/>
          <dgm:bulletEnabled val="1"/>
        </dgm:presLayoutVars>
      </dgm:prSet>
      <dgm:spPr/>
    </dgm:pt>
    <dgm:pt modelId="{D7E09CA1-A6E4-4C11-919D-0F0401E48EB6}" type="pres">
      <dgm:prSet presAssocID="{F0D59E80-9C71-4326-B78B-642A6518BC20}" presName="spacer" presStyleCnt="0"/>
      <dgm:spPr/>
    </dgm:pt>
    <dgm:pt modelId="{4E78AFD3-A885-48A4-80F5-FE564953F34E}" type="pres">
      <dgm:prSet presAssocID="{9A84DE6C-81A2-4806-897F-B80CE46393B0}" presName="parentText" presStyleLbl="node1" presStyleIdx="3" presStyleCnt="4">
        <dgm:presLayoutVars>
          <dgm:chMax val="0"/>
          <dgm:bulletEnabled val="1"/>
        </dgm:presLayoutVars>
      </dgm:prSet>
      <dgm:spPr/>
    </dgm:pt>
  </dgm:ptLst>
  <dgm:cxnLst>
    <dgm:cxn modelId="{0FA0760D-9547-49B0-96D6-22D09C1F9B27}" srcId="{62992013-9A8F-482A-9348-9F1FD3D06CD1}" destId="{F4DB401C-E220-4ABB-AA16-AAA742B4D7FB}" srcOrd="2" destOrd="0" parTransId="{A8F65D4D-205D-4B08-B374-F314AFDA92AA}" sibTransId="{F0D59E80-9C71-4326-B78B-642A6518BC20}"/>
    <dgm:cxn modelId="{14C50E1A-FD50-4CA6-89C6-82450C08C024}" type="presOf" srcId="{62992013-9A8F-482A-9348-9F1FD3D06CD1}" destId="{1B20BB81-B431-491C-A86E-7BFBC7888F3C}" srcOrd="0" destOrd="0" presId="urn:microsoft.com/office/officeart/2005/8/layout/vList2"/>
    <dgm:cxn modelId="{3BF18172-CEF6-4295-9A08-7EF97E66E1CD}" type="presOf" srcId="{9A84DE6C-81A2-4806-897F-B80CE46393B0}" destId="{4E78AFD3-A885-48A4-80F5-FE564953F34E}" srcOrd="0" destOrd="0" presId="urn:microsoft.com/office/officeart/2005/8/layout/vList2"/>
    <dgm:cxn modelId="{73A5BB58-11DE-4278-9861-349444B3C174}" type="presOf" srcId="{F4DB401C-E220-4ABB-AA16-AAA742B4D7FB}" destId="{E152D401-F42D-471D-B92F-E967210EA04F}" srcOrd="0" destOrd="0" presId="urn:microsoft.com/office/officeart/2005/8/layout/vList2"/>
    <dgm:cxn modelId="{79AE277D-EDD5-4C86-80A5-DFC5E4C8C9A1}" type="presOf" srcId="{2294EB61-B1C0-4EF4-AC71-E6421DF8B38A}" destId="{3B01CBD8-A76B-48C6-B2F4-9DE68990BFD7}" srcOrd="0" destOrd="0" presId="urn:microsoft.com/office/officeart/2005/8/layout/vList2"/>
    <dgm:cxn modelId="{62E9AFC8-3724-4C85-A253-E014B3B2D8F8}" srcId="{62992013-9A8F-482A-9348-9F1FD3D06CD1}" destId="{9A84DE6C-81A2-4806-897F-B80CE46393B0}" srcOrd="3" destOrd="0" parTransId="{DEFA6F3D-6A59-498B-ACDC-34B722A619FD}" sibTransId="{A73A92E2-4602-4594-B5EB-64022B51FB21}"/>
    <dgm:cxn modelId="{7D9DBCD3-8E5C-47F6-9257-7F99BC3599F9}" type="presOf" srcId="{2E107238-90E9-4ACB-BA90-058DE3527015}" destId="{705C74CF-4203-45EE-BA64-5104D8D1EC9E}" srcOrd="0" destOrd="0" presId="urn:microsoft.com/office/officeart/2005/8/layout/vList2"/>
    <dgm:cxn modelId="{937FE7D4-A2AC-4B9C-8FC8-F84DEAFF5C6D}" srcId="{62992013-9A8F-482A-9348-9F1FD3D06CD1}" destId="{2294EB61-B1C0-4EF4-AC71-E6421DF8B38A}" srcOrd="0" destOrd="0" parTransId="{447018D6-078D-416A-AA74-910B0E02C196}" sibTransId="{6FF198C5-7E47-409F-BE50-3641AD2845DD}"/>
    <dgm:cxn modelId="{11EE59F1-2563-4300-A8C5-58B81BE5D8B5}" srcId="{62992013-9A8F-482A-9348-9F1FD3D06CD1}" destId="{2E107238-90E9-4ACB-BA90-058DE3527015}" srcOrd="1" destOrd="0" parTransId="{A7078EB1-CA82-49FC-80C8-1EF97DE325F1}" sibTransId="{7212C4C1-5ED3-4DF7-9A12-6F04604C8917}"/>
    <dgm:cxn modelId="{287FFA49-EDCA-4AF5-A247-559461789A4A}" type="presParOf" srcId="{1B20BB81-B431-491C-A86E-7BFBC7888F3C}" destId="{3B01CBD8-A76B-48C6-B2F4-9DE68990BFD7}" srcOrd="0" destOrd="0" presId="urn:microsoft.com/office/officeart/2005/8/layout/vList2"/>
    <dgm:cxn modelId="{09FC937D-C0E0-479F-BC7E-DC9AC1494E07}" type="presParOf" srcId="{1B20BB81-B431-491C-A86E-7BFBC7888F3C}" destId="{A59E7F85-E470-4337-9E38-319E8EEF203A}" srcOrd="1" destOrd="0" presId="urn:microsoft.com/office/officeart/2005/8/layout/vList2"/>
    <dgm:cxn modelId="{BAE3EF33-451B-4288-BBB9-8BD67028C3EE}" type="presParOf" srcId="{1B20BB81-B431-491C-A86E-7BFBC7888F3C}" destId="{705C74CF-4203-45EE-BA64-5104D8D1EC9E}" srcOrd="2" destOrd="0" presId="urn:microsoft.com/office/officeart/2005/8/layout/vList2"/>
    <dgm:cxn modelId="{AB87E9D2-7D13-445B-903F-852348DD5FE7}" type="presParOf" srcId="{1B20BB81-B431-491C-A86E-7BFBC7888F3C}" destId="{3F6769BA-2435-4DAE-BD5A-1194DC26642F}" srcOrd="3" destOrd="0" presId="urn:microsoft.com/office/officeart/2005/8/layout/vList2"/>
    <dgm:cxn modelId="{5FC42649-40A9-4454-98A1-CAD4D16A7C05}" type="presParOf" srcId="{1B20BB81-B431-491C-A86E-7BFBC7888F3C}" destId="{E152D401-F42D-471D-B92F-E967210EA04F}" srcOrd="4" destOrd="0" presId="urn:microsoft.com/office/officeart/2005/8/layout/vList2"/>
    <dgm:cxn modelId="{67C5EC95-452F-4EBD-A433-C69ECDFD2BC3}" type="presParOf" srcId="{1B20BB81-B431-491C-A86E-7BFBC7888F3C}" destId="{D7E09CA1-A6E4-4C11-919D-0F0401E48EB6}" srcOrd="5" destOrd="0" presId="urn:microsoft.com/office/officeart/2005/8/layout/vList2"/>
    <dgm:cxn modelId="{1A82C199-BB25-4C59-8EF8-4206811BB638}" type="presParOf" srcId="{1B20BB81-B431-491C-A86E-7BFBC7888F3C}" destId="{4E78AFD3-A885-48A4-80F5-FE564953F34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16907D-CD33-4F5C-BC02-351F8CD443B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D04A894-3FD9-4335-A528-7A95321CC43F}">
      <dgm:prSet/>
      <dgm:spPr/>
      <dgm:t>
        <a:bodyPr/>
        <a:lstStyle/>
        <a:p>
          <a:pPr>
            <a:lnSpc>
              <a:spcPct val="100000"/>
            </a:lnSpc>
          </a:pPr>
          <a:r>
            <a:rPr lang="en-US" dirty="0"/>
            <a:t>Control a 4-DoF excavator arm using Nonlinear MPC</a:t>
          </a:r>
        </a:p>
      </dgm:t>
    </dgm:pt>
    <dgm:pt modelId="{3067B252-AE95-4715-8E7D-EC1FDB8550B7}" type="parTrans" cxnId="{98196D61-A0B8-42CA-9B33-7D93F5708E97}">
      <dgm:prSet/>
      <dgm:spPr/>
      <dgm:t>
        <a:bodyPr/>
        <a:lstStyle/>
        <a:p>
          <a:endParaRPr lang="en-US"/>
        </a:p>
      </dgm:t>
    </dgm:pt>
    <dgm:pt modelId="{445D140B-F7CF-42BE-BCB0-D0DC40AAC1AD}" type="sibTrans" cxnId="{98196D61-A0B8-42CA-9B33-7D93F5708E97}">
      <dgm:prSet/>
      <dgm:spPr/>
      <dgm:t>
        <a:bodyPr/>
        <a:lstStyle/>
        <a:p>
          <a:pPr>
            <a:lnSpc>
              <a:spcPct val="100000"/>
            </a:lnSpc>
          </a:pPr>
          <a:endParaRPr lang="en-US"/>
        </a:p>
      </dgm:t>
    </dgm:pt>
    <dgm:pt modelId="{68AFB873-9813-4FCC-8FA9-C8DDC5032D76}">
      <dgm:prSet/>
      <dgm:spPr/>
      <dgm:t>
        <a:bodyPr/>
        <a:lstStyle/>
        <a:p>
          <a:pPr>
            <a:lnSpc>
              <a:spcPct val="100000"/>
            </a:lnSpc>
          </a:pPr>
          <a:r>
            <a:rPr lang="en-US" dirty="0"/>
            <a:t>Track end-effector pose in world frame</a:t>
          </a:r>
        </a:p>
      </dgm:t>
    </dgm:pt>
    <dgm:pt modelId="{01345E6E-D8C8-4FA4-BA72-3E363B5A38EC}" type="parTrans" cxnId="{58F7C991-1A06-4D4F-9E13-616CE0BE2D20}">
      <dgm:prSet/>
      <dgm:spPr/>
      <dgm:t>
        <a:bodyPr/>
        <a:lstStyle/>
        <a:p>
          <a:endParaRPr lang="en-US"/>
        </a:p>
      </dgm:t>
    </dgm:pt>
    <dgm:pt modelId="{053A5F3C-46B8-4E2A-A208-A1E53F6CFDD8}" type="sibTrans" cxnId="{58F7C991-1A06-4D4F-9E13-616CE0BE2D20}">
      <dgm:prSet/>
      <dgm:spPr/>
      <dgm:t>
        <a:bodyPr/>
        <a:lstStyle/>
        <a:p>
          <a:pPr>
            <a:lnSpc>
              <a:spcPct val="100000"/>
            </a:lnSpc>
          </a:pPr>
          <a:endParaRPr lang="en-US"/>
        </a:p>
      </dgm:t>
    </dgm:pt>
    <dgm:pt modelId="{96CEEB7C-9A98-4B7E-8A99-7CAE38645E19}">
      <dgm:prSet/>
      <dgm:spPr/>
      <dgm:t>
        <a:bodyPr/>
        <a:lstStyle/>
        <a:p>
          <a:pPr>
            <a:lnSpc>
              <a:spcPct val="100000"/>
            </a:lnSpc>
          </a:pPr>
          <a:r>
            <a:rPr lang="en-US" dirty="0"/>
            <a:t>Explicitly handle joint, velocity, and actuator constraints</a:t>
          </a:r>
        </a:p>
      </dgm:t>
    </dgm:pt>
    <dgm:pt modelId="{78082F58-1212-4A2D-8595-5F2E5C37A985}" type="parTrans" cxnId="{864AAD6D-06C8-4AFE-9093-29B4765CBC8F}">
      <dgm:prSet/>
      <dgm:spPr/>
      <dgm:t>
        <a:bodyPr/>
        <a:lstStyle/>
        <a:p>
          <a:endParaRPr lang="en-US"/>
        </a:p>
      </dgm:t>
    </dgm:pt>
    <dgm:pt modelId="{C88A5AF4-E22D-46CD-A337-09355DB31FEE}" type="sibTrans" cxnId="{864AAD6D-06C8-4AFE-9093-29B4765CBC8F}">
      <dgm:prSet/>
      <dgm:spPr/>
      <dgm:t>
        <a:bodyPr/>
        <a:lstStyle/>
        <a:p>
          <a:endParaRPr lang="en-US"/>
        </a:p>
      </dgm:t>
    </dgm:pt>
    <dgm:pt modelId="{822175D4-722F-410F-AD77-90E51A7E1027}" type="pres">
      <dgm:prSet presAssocID="{D516907D-CD33-4F5C-BC02-351F8CD443B7}" presName="root" presStyleCnt="0">
        <dgm:presLayoutVars>
          <dgm:dir/>
          <dgm:resizeHandles val="exact"/>
        </dgm:presLayoutVars>
      </dgm:prSet>
      <dgm:spPr/>
    </dgm:pt>
    <dgm:pt modelId="{AD73CB22-3C66-4031-A090-15B3A2485A36}" type="pres">
      <dgm:prSet presAssocID="{D516907D-CD33-4F5C-BC02-351F8CD443B7}" presName="container" presStyleCnt="0">
        <dgm:presLayoutVars>
          <dgm:dir/>
          <dgm:resizeHandles val="exact"/>
        </dgm:presLayoutVars>
      </dgm:prSet>
      <dgm:spPr/>
    </dgm:pt>
    <dgm:pt modelId="{49EB44EF-635D-42E0-BEA3-F26BA82C6F26}" type="pres">
      <dgm:prSet presAssocID="{CD04A894-3FD9-4335-A528-7A95321CC43F}" presName="compNode" presStyleCnt="0"/>
      <dgm:spPr/>
    </dgm:pt>
    <dgm:pt modelId="{C43A0774-8E75-4C71-BDF3-35F67EADAF6E}" type="pres">
      <dgm:prSet presAssocID="{CD04A894-3FD9-4335-A528-7A95321CC43F}" presName="iconBgRect" presStyleLbl="bgShp" presStyleIdx="0" presStyleCnt="3"/>
      <dgm:spPr/>
    </dgm:pt>
    <dgm:pt modelId="{EF76549A-974A-4187-8D51-3FC389F2AFE8}" type="pres">
      <dgm:prSet presAssocID="{CD04A894-3FD9-4335-A528-7A95321CC43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xcavator"/>
        </a:ext>
      </dgm:extLst>
    </dgm:pt>
    <dgm:pt modelId="{C11BEF89-A0B3-48FD-A3D3-9830A24C44B9}" type="pres">
      <dgm:prSet presAssocID="{CD04A894-3FD9-4335-A528-7A95321CC43F}" presName="spaceRect" presStyleCnt="0"/>
      <dgm:spPr/>
    </dgm:pt>
    <dgm:pt modelId="{B1D88F70-BA09-4B62-A746-D39DD4DA06A7}" type="pres">
      <dgm:prSet presAssocID="{CD04A894-3FD9-4335-A528-7A95321CC43F}" presName="textRect" presStyleLbl="revTx" presStyleIdx="0" presStyleCnt="3">
        <dgm:presLayoutVars>
          <dgm:chMax val="1"/>
          <dgm:chPref val="1"/>
        </dgm:presLayoutVars>
      </dgm:prSet>
      <dgm:spPr/>
    </dgm:pt>
    <dgm:pt modelId="{748285D7-37DC-4909-83B0-39C9004351D5}" type="pres">
      <dgm:prSet presAssocID="{445D140B-F7CF-42BE-BCB0-D0DC40AAC1AD}" presName="sibTrans" presStyleLbl="sibTrans2D1" presStyleIdx="0" presStyleCnt="0"/>
      <dgm:spPr/>
    </dgm:pt>
    <dgm:pt modelId="{79D08721-223C-4679-A00D-BE09666FF9AB}" type="pres">
      <dgm:prSet presAssocID="{68AFB873-9813-4FCC-8FA9-C8DDC5032D76}" presName="compNode" presStyleCnt="0"/>
      <dgm:spPr/>
    </dgm:pt>
    <dgm:pt modelId="{EE46FF01-3C8E-4354-AD0C-A355AEF54FCE}" type="pres">
      <dgm:prSet presAssocID="{68AFB873-9813-4FCC-8FA9-C8DDC5032D76}" presName="iconBgRect" presStyleLbl="bgShp" presStyleIdx="1" presStyleCnt="3"/>
      <dgm:spPr/>
    </dgm:pt>
    <dgm:pt modelId="{A008C592-8517-49A8-9D58-5A943A6CF338}" type="pres">
      <dgm:prSet presAssocID="{68AFB873-9813-4FCC-8FA9-C8DDC5032D7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jector"/>
        </a:ext>
      </dgm:extLst>
    </dgm:pt>
    <dgm:pt modelId="{7DB79143-6003-462C-BC45-B562F010F6FE}" type="pres">
      <dgm:prSet presAssocID="{68AFB873-9813-4FCC-8FA9-C8DDC5032D76}" presName="spaceRect" presStyleCnt="0"/>
      <dgm:spPr/>
    </dgm:pt>
    <dgm:pt modelId="{0179B899-8442-4D82-BD06-D4059F88757B}" type="pres">
      <dgm:prSet presAssocID="{68AFB873-9813-4FCC-8FA9-C8DDC5032D76}" presName="textRect" presStyleLbl="revTx" presStyleIdx="1" presStyleCnt="3">
        <dgm:presLayoutVars>
          <dgm:chMax val="1"/>
          <dgm:chPref val="1"/>
        </dgm:presLayoutVars>
      </dgm:prSet>
      <dgm:spPr/>
    </dgm:pt>
    <dgm:pt modelId="{3C19E131-B4B8-40B1-8731-A7C07AE08750}" type="pres">
      <dgm:prSet presAssocID="{053A5F3C-46B8-4E2A-A208-A1E53F6CFDD8}" presName="sibTrans" presStyleLbl="sibTrans2D1" presStyleIdx="0" presStyleCnt="0"/>
      <dgm:spPr/>
    </dgm:pt>
    <dgm:pt modelId="{9FDAB39C-DC2A-4757-BD91-8C30D61ECF30}" type="pres">
      <dgm:prSet presAssocID="{96CEEB7C-9A98-4B7E-8A99-7CAE38645E19}" presName="compNode" presStyleCnt="0"/>
      <dgm:spPr/>
    </dgm:pt>
    <dgm:pt modelId="{9DCC682A-C98F-4BCF-A55F-EF9EC99DC2D6}" type="pres">
      <dgm:prSet presAssocID="{96CEEB7C-9A98-4B7E-8A99-7CAE38645E19}" presName="iconBgRect" presStyleLbl="bgShp" presStyleIdx="2" presStyleCnt="3"/>
      <dgm:spPr/>
    </dgm:pt>
    <dgm:pt modelId="{5BD4F3A4-EE98-4F32-96F3-A3C28C6E5396}" type="pres">
      <dgm:prSet presAssocID="{96CEEB7C-9A98-4B7E-8A99-7CAE38645E1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idge scene"/>
        </a:ext>
      </dgm:extLst>
    </dgm:pt>
    <dgm:pt modelId="{E0D6CB85-C39D-4E4C-8CE7-32A0ED3AEE37}" type="pres">
      <dgm:prSet presAssocID="{96CEEB7C-9A98-4B7E-8A99-7CAE38645E19}" presName="spaceRect" presStyleCnt="0"/>
      <dgm:spPr/>
    </dgm:pt>
    <dgm:pt modelId="{E6A955E8-C7E2-4E54-A02B-FE89B7A75FA0}" type="pres">
      <dgm:prSet presAssocID="{96CEEB7C-9A98-4B7E-8A99-7CAE38645E19}" presName="textRect" presStyleLbl="revTx" presStyleIdx="2" presStyleCnt="3">
        <dgm:presLayoutVars>
          <dgm:chMax val="1"/>
          <dgm:chPref val="1"/>
        </dgm:presLayoutVars>
      </dgm:prSet>
      <dgm:spPr/>
    </dgm:pt>
  </dgm:ptLst>
  <dgm:cxnLst>
    <dgm:cxn modelId="{CF5ECA07-9DBC-41C5-9534-E80FE7BFD87D}" type="presOf" srcId="{68AFB873-9813-4FCC-8FA9-C8DDC5032D76}" destId="{0179B899-8442-4D82-BD06-D4059F88757B}" srcOrd="0" destOrd="0" presId="urn:microsoft.com/office/officeart/2018/2/layout/IconCircleList"/>
    <dgm:cxn modelId="{C395B10B-23B4-4DB3-8649-F1878C9BCCEF}" type="presOf" srcId="{053A5F3C-46B8-4E2A-A208-A1E53F6CFDD8}" destId="{3C19E131-B4B8-40B1-8731-A7C07AE08750}" srcOrd="0" destOrd="0" presId="urn:microsoft.com/office/officeart/2018/2/layout/IconCircleList"/>
    <dgm:cxn modelId="{D9F30122-5D56-444D-8D6C-E79447C669D5}" type="presOf" srcId="{D516907D-CD33-4F5C-BC02-351F8CD443B7}" destId="{822175D4-722F-410F-AD77-90E51A7E1027}" srcOrd="0" destOrd="0" presId="urn:microsoft.com/office/officeart/2018/2/layout/IconCircleList"/>
    <dgm:cxn modelId="{AEC4C032-B571-49DD-86F7-3DC1DAC50392}" type="presOf" srcId="{96CEEB7C-9A98-4B7E-8A99-7CAE38645E19}" destId="{E6A955E8-C7E2-4E54-A02B-FE89B7A75FA0}" srcOrd="0" destOrd="0" presId="urn:microsoft.com/office/officeart/2018/2/layout/IconCircleList"/>
    <dgm:cxn modelId="{98196D61-A0B8-42CA-9B33-7D93F5708E97}" srcId="{D516907D-CD33-4F5C-BC02-351F8CD443B7}" destId="{CD04A894-3FD9-4335-A528-7A95321CC43F}" srcOrd="0" destOrd="0" parTransId="{3067B252-AE95-4715-8E7D-EC1FDB8550B7}" sibTransId="{445D140B-F7CF-42BE-BCB0-D0DC40AAC1AD}"/>
    <dgm:cxn modelId="{13147E46-4BD5-45CE-966B-4334F1E59EFC}" type="presOf" srcId="{445D140B-F7CF-42BE-BCB0-D0DC40AAC1AD}" destId="{748285D7-37DC-4909-83B0-39C9004351D5}" srcOrd="0" destOrd="0" presId="urn:microsoft.com/office/officeart/2018/2/layout/IconCircleList"/>
    <dgm:cxn modelId="{864AAD6D-06C8-4AFE-9093-29B4765CBC8F}" srcId="{D516907D-CD33-4F5C-BC02-351F8CD443B7}" destId="{96CEEB7C-9A98-4B7E-8A99-7CAE38645E19}" srcOrd="2" destOrd="0" parTransId="{78082F58-1212-4A2D-8595-5F2E5C37A985}" sibTransId="{C88A5AF4-E22D-46CD-A337-09355DB31FEE}"/>
    <dgm:cxn modelId="{BE625B8D-A93E-4AB2-AE82-44EF86266F8E}" type="presOf" srcId="{CD04A894-3FD9-4335-A528-7A95321CC43F}" destId="{B1D88F70-BA09-4B62-A746-D39DD4DA06A7}" srcOrd="0" destOrd="0" presId="urn:microsoft.com/office/officeart/2018/2/layout/IconCircleList"/>
    <dgm:cxn modelId="{58F7C991-1A06-4D4F-9E13-616CE0BE2D20}" srcId="{D516907D-CD33-4F5C-BC02-351F8CD443B7}" destId="{68AFB873-9813-4FCC-8FA9-C8DDC5032D76}" srcOrd="1" destOrd="0" parTransId="{01345E6E-D8C8-4FA4-BA72-3E363B5A38EC}" sibTransId="{053A5F3C-46B8-4E2A-A208-A1E53F6CFDD8}"/>
    <dgm:cxn modelId="{FDFF4F03-79AE-41BE-BE20-B359948B0271}" type="presParOf" srcId="{822175D4-722F-410F-AD77-90E51A7E1027}" destId="{AD73CB22-3C66-4031-A090-15B3A2485A36}" srcOrd="0" destOrd="0" presId="urn:microsoft.com/office/officeart/2018/2/layout/IconCircleList"/>
    <dgm:cxn modelId="{EE7E64B8-CD7C-4B75-B202-6C7EAD7E80FE}" type="presParOf" srcId="{AD73CB22-3C66-4031-A090-15B3A2485A36}" destId="{49EB44EF-635D-42E0-BEA3-F26BA82C6F26}" srcOrd="0" destOrd="0" presId="urn:microsoft.com/office/officeart/2018/2/layout/IconCircleList"/>
    <dgm:cxn modelId="{7458AA1A-F6F9-4C23-BA1A-7FDEA8598DA6}" type="presParOf" srcId="{49EB44EF-635D-42E0-BEA3-F26BA82C6F26}" destId="{C43A0774-8E75-4C71-BDF3-35F67EADAF6E}" srcOrd="0" destOrd="0" presId="urn:microsoft.com/office/officeart/2018/2/layout/IconCircleList"/>
    <dgm:cxn modelId="{A5A25423-384B-4849-9A0B-94BD542AB0F8}" type="presParOf" srcId="{49EB44EF-635D-42E0-BEA3-F26BA82C6F26}" destId="{EF76549A-974A-4187-8D51-3FC389F2AFE8}" srcOrd="1" destOrd="0" presId="urn:microsoft.com/office/officeart/2018/2/layout/IconCircleList"/>
    <dgm:cxn modelId="{4B6C5037-9195-422A-91F7-9DBE5513E67A}" type="presParOf" srcId="{49EB44EF-635D-42E0-BEA3-F26BA82C6F26}" destId="{C11BEF89-A0B3-48FD-A3D3-9830A24C44B9}" srcOrd="2" destOrd="0" presId="urn:microsoft.com/office/officeart/2018/2/layout/IconCircleList"/>
    <dgm:cxn modelId="{C78382F5-1280-4F8E-94F9-728C5D4A317B}" type="presParOf" srcId="{49EB44EF-635D-42E0-BEA3-F26BA82C6F26}" destId="{B1D88F70-BA09-4B62-A746-D39DD4DA06A7}" srcOrd="3" destOrd="0" presId="urn:microsoft.com/office/officeart/2018/2/layout/IconCircleList"/>
    <dgm:cxn modelId="{FE6B3ECE-2397-43C9-81AA-CD01F58B691A}" type="presParOf" srcId="{AD73CB22-3C66-4031-A090-15B3A2485A36}" destId="{748285D7-37DC-4909-83B0-39C9004351D5}" srcOrd="1" destOrd="0" presId="urn:microsoft.com/office/officeart/2018/2/layout/IconCircleList"/>
    <dgm:cxn modelId="{BFC453C6-672A-4301-BF74-E276D0C8252A}" type="presParOf" srcId="{AD73CB22-3C66-4031-A090-15B3A2485A36}" destId="{79D08721-223C-4679-A00D-BE09666FF9AB}" srcOrd="2" destOrd="0" presId="urn:microsoft.com/office/officeart/2018/2/layout/IconCircleList"/>
    <dgm:cxn modelId="{E5E36DAE-FE9A-4370-82FC-FE3702F11AA1}" type="presParOf" srcId="{79D08721-223C-4679-A00D-BE09666FF9AB}" destId="{EE46FF01-3C8E-4354-AD0C-A355AEF54FCE}" srcOrd="0" destOrd="0" presId="urn:microsoft.com/office/officeart/2018/2/layout/IconCircleList"/>
    <dgm:cxn modelId="{251CAA53-6508-488E-AF81-B258BB6B4BAD}" type="presParOf" srcId="{79D08721-223C-4679-A00D-BE09666FF9AB}" destId="{A008C592-8517-49A8-9D58-5A943A6CF338}" srcOrd="1" destOrd="0" presId="urn:microsoft.com/office/officeart/2018/2/layout/IconCircleList"/>
    <dgm:cxn modelId="{A96783A6-92D8-4E3B-9641-522F75A33960}" type="presParOf" srcId="{79D08721-223C-4679-A00D-BE09666FF9AB}" destId="{7DB79143-6003-462C-BC45-B562F010F6FE}" srcOrd="2" destOrd="0" presId="urn:microsoft.com/office/officeart/2018/2/layout/IconCircleList"/>
    <dgm:cxn modelId="{D427D001-2227-4FB6-B078-AF11C9D77307}" type="presParOf" srcId="{79D08721-223C-4679-A00D-BE09666FF9AB}" destId="{0179B899-8442-4D82-BD06-D4059F88757B}" srcOrd="3" destOrd="0" presId="urn:microsoft.com/office/officeart/2018/2/layout/IconCircleList"/>
    <dgm:cxn modelId="{17B95A60-9FB8-4F60-878D-309215413447}" type="presParOf" srcId="{AD73CB22-3C66-4031-A090-15B3A2485A36}" destId="{3C19E131-B4B8-40B1-8731-A7C07AE08750}" srcOrd="3" destOrd="0" presId="urn:microsoft.com/office/officeart/2018/2/layout/IconCircleList"/>
    <dgm:cxn modelId="{1B69B864-C4AA-4206-8629-3B1D63E40CC0}" type="presParOf" srcId="{AD73CB22-3C66-4031-A090-15B3A2485A36}" destId="{9FDAB39C-DC2A-4757-BD91-8C30D61ECF30}" srcOrd="4" destOrd="0" presId="urn:microsoft.com/office/officeart/2018/2/layout/IconCircleList"/>
    <dgm:cxn modelId="{0AE40465-C6AD-4B9C-B897-F8D9C6D42DF4}" type="presParOf" srcId="{9FDAB39C-DC2A-4757-BD91-8C30D61ECF30}" destId="{9DCC682A-C98F-4BCF-A55F-EF9EC99DC2D6}" srcOrd="0" destOrd="0" presId="urn:microsoft.com/office/officeart/2018/2/layout/IconCircleList"/>
    <dgm:cxn modelId="{A75B94AB-DF4D-42A7-A510-237C5A9CCAA9}" type="presParOf" srcId="{9FDAB39C-DC2A-4757-BD91-8C30D61ECF30}" destId="{5BD4F3A4-EE98-4F32-96F3-A3C28C6E5396}" srcOrd="1" destOrd="0" presId="urn:microsoft.com/office/officeart/2018/2/layout/IconCircleList"/>
    <dgm:cxn modelId="{693FACD2-02FD-43E4-990C-706AEA4CF8CE}" type="presParOf" srcId="{9FDAB39C-DC2A-4757-BD91-8C30D61ECF30}" destId="{E0D6CB85-C39D-4E4C-8CE7-32A0ED3AEE37}" srcOrd="2" destOrd="0" presId="urn:microsoft.com/office/officeart/2018/2/layout/IconCircleList"/>
    <dgm:cxn modelId="{75CEF75D-70F1-4875-9A81-45495BED8AAB}" type="presParOf" srcId="{9FDAB39C-DC2A-4757-BD91-8C30D61ECF30}" destId="{E6A955E8-C7E2-4E54-A02B-FE89B7A75FA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A4A04D-FA17-40A1-9CB0-2730FBD0CE41}"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99E553FC-AE6C-4771-8A8B-665F63B79D29}">
      <dgm:prSet/>
      <dgm:spPr/>
      <dgm:t>
        <a:bodyPr/>
        <a:lstStyle/>
        <a:p>
          <a:r>
            <a:rPr lang="en-US"/>
            <a:t>Target pose r = [x*, y*, z*, φ*]</a:t>
          </a:r>
        </a:p>
      </dgm:t>
    </dgm:pt>
    <dgm:pt modelId="{AF319936-4319-4D3B-88AE-BC5E2D0FCD63}" type="parTrans" cxnId="{7F40A737-0C60-4911-8B6D-6545E3B2DE9A}">
      <dgm:prSet/>
      <dgm:spPr/>
      <dgm:t>
        <a:bodyPr/>
        <a:lstStyle/>
        <a:p>
          <a:endParaRPr lang="en-US"/>
        </a:p>
      </dgm:t>
    </dgm:pt>
    <dgm:pt modelId="{BD22FE61-406F-408B-B566-3A0D528441F7}" type="sibTrans" cxnId="{7F40A737-0C60-4911-8B6D-6545E3B2DE9A}">
      <dgm:prSet phldrT="01" phldr="0"/>
      <dgm:spPr/>
      <dgm:t>
        <a:bodyPr/>
        <a:lstStyle/>
        <a:p>
          <a:r>
            <a:rPr lang="en-US"/>
            <a:t>01</a:t>
          </a:r>
        </a:p>
      </dgm:t>
    </dgm:pt>
    <dgm:pt modelId="{14F8BCB1-C0D9-426A-893C-2DDC2515A2C2}">
      <dgm:prSet/>
      <dgm:spPr/>
      <dgm:t>
        <a:bodyPr/>
        <a:lstStyle/>
        <a:p>
          <a:r>
            <a:rPr lang="en-US" dirty="0"/>
            <a:t>MPC Optimizer (CasADi + IPOPT)</a:t>
          </a:r>
        </a:p>
      </dgm:t>
    </dgm:pt>
    <dgm:pt modelId="{104C9D1D-2B84-41B4-BBB3-2F5665491F35}" type="parTrans" cxnId="{F007FDE1-B9AF-4B9D-8FEA-34E9AA03292E}">
      <dgm:prSet/>
      <dgm:spPr/>
      <dgm:t>
        <a:bodyPr/>
        <a:lstStyle/>
        <a:p>
          <a:endParaRPr lang="en-US"/>
        </a:p>
      </dgm:t>
    </dgm:pt>
    <dgm:pt modelId="{90A02D98-9CA8-40BD-B6BB-405175330501}" type="sibTrans" cxnId="{F007FDE1-B9AF-4B9D-8FEA-34E9AA03292E}">
      <dgm:prSet phldrT="02" phldr="0"/>
      <dgm:spPr/>
      <dgm:t>
        <a:bodyPr/>
        <a:lstStyle/>
        <a:p>
          <a:r>
            <a:rPr lang="en-US"/>
            <a:t>02</a:t>
          </a:r>
        </a:p>
      </dgm:t>
    </dgm:pt>
    <dgm:pt modelId="{779962BE-6019-43FF-B8A7-19B00DEC7DDA}">
      <dgm:prSet/>
      <dgm:spPr/>
      <dgm:t>
        <a:bodyPr/>
        <a:lstStyle/>
        <a:p>
          <a:r>
            <a:rPr lang="en-US"/>
            <a:t>Control input u = joint accelerations</a:t>
          </a:r>
        </a:p>
      </dgm:t>
    </dgm:pt>
    <dgm:pt modelId="{E3A940C2-F4D6-4E74-B5A3-B79BD8456846}" type="parTrans" cxnId="{2857C248-35A4-4879-BAF8-8AECE465245A}">
      <dgm:prSet/>
      <dgm:spPr/>
      <dgm:t>
        <a:bodyPr/>
        <a:lstStyle/>
        <a:p>
          <a:endParaRPr lang="en-US"/>
        </a:p>
      </dgm:t>
    </dgm:pt>
    <dgm:pt modelId="{6BFF4A18-A233-460F-9BC8-DC7B121CA6D6}" type="sibTrans" cxnId="{2857C248-35A4-4879-BAF8-8AECE465245A}">
      <dgm:prSet phldrT="03" phldr="0"/>
      <dgm:spPr/>
      <dgm:t>
        <a:bodyPr/>
        <a:lstStyle/>
        <a:p>
          <a:r>
            <a:rPr lang="en-US"/>
            <a:t>03</a:t>
          </a:r>
        </a:p>
      </dgm:t>
    </dgm:pt>
    <dgm:pt modelId="{0AD362C3-DCED-4201-A1E2-52CF067D4CC6}">
      <dgm:prSet/>
      <dgm:spPr/>
      <dgm:t>
        <a:bodyPr/>
        <a:lstStyle/>
        <a:p>
          <a:r>
            <a:rPr lang="en-US"/>
            <a:t>Excavator dynamics + Forward Kinematics</a:t>
          </a:r>
        </a:p>
      </dgm:t>
    </dgm:pt>
    <dgm:pt modelId="{DAF9CA06-53DE-496C-93FC-10BC6840D1BF}" type="parTrans" cxnId="{DFC75E14-6F42-4279-8F0B-01880FEBC6DD}">
      <dgm:prSet/>
      <dgm:spPr/>
      <dgm:t>
        <a:bodyPr/>
        <a:lstStyle/>
        <a:p>
          <a:endParaRPr lang="en-US"/>
        </a:p>
      </dgm:t>
    </dgm:pt>
    <dgm:pt modelId="{27BCB9C9-94A7-4C9B-BC09-452070A02EB1}" type="sibTrans" cxnId="{DFC75E14-6F42-4279-8F0B-01880FEBC6DD}">
      <dgm:prSet phldrT="04" phldr="0"/>
      <dgm:spPr/>
      <dgm:t>
        <a:bodyPr/>
        <a:lstStyle/>
        <a:p>
          <a:r>
            <a:rPr lang="en-US"/>
            <a:t>04</a:t>
          </a:r>
        </a:p>
      </dgm:t>
    </dgm:pt>
    <dgm:pt modelId="{F7711681-0098-4026-8601-7CE73C3C804B}">
      <dgm:prSet/>
      <dgm:spPr/>
      <dgm:t>
        <a:bodyPr/>
        <a:lstStyle/>
        <a:p>
          <a:r>
            <a:rPr lang="en-US"/>
            <a:t>Measured end-effector pose</a:t>
          </a:r>
        </a:p>
      </dgm:t>
    </dgm:pt>
    <dgm:pt modelId="{D056B5AF-CADD-465B-A288-137C8AD89541}" type="parTrans" cxnId="{1695EA2C-5BE4-467A-888E-E3852B5C8463}">
      <dgm:prSet/>
      <dgm:spPr/>
      <dgm:t>
        <a:bodyPr/>
        <a:lstStyle/>
        <a:p>
          <a:endParaRPr lang="en-US"/>
        </a:p>
      </dgm:t>
    </dgm:pt>
    <dgm:pt modelId="{214734E7-84AA-44B6-BAA0-56141523FC8A}" type="sibTrans" cxnId="{1695EA2C-5BE4-467A-888E-E3852B5C8463}">
      <dgm:prSet phldrT="05" phldr="0"/>
      <dgm:spPr/>
      <dgm:t>
        <a:bodyPr/>
        <a:lstStyle/>
        <a:p>
          <a:r>
            <a:rPr lang="en-US"/>
            <a:t>05</a:t>
          </a:r>
        </a:p>
      </dgm:t>
    </dgm:pt>
    <dgm:pt modelId="{A82FF417-4767-42D0-8428-0DC04C6C9A93}" type="pres">
      <dgm:prSet presAssocID="{36A4A04D-FA17-40A1-9CB0-2730FBD0CE41}" presName="Name0" presStyleCnt="0">
        <dgm:presLayoutVars>
          <dgm:animLvl val="lvl"/>
          <dgm:resizeHandles val="exact"/>
        </dgm:presLayoutVars>
      </dgm:prSet>
      <dgm:spPr/>
    </dgm:pt>
    <dgm:pt modelId="{D12CC12D-A598-45C2-894C-9EFE2CF110C3}" type="pres">
      <dgm:prSet presAssocID="{99E553FC-AE6C-4771-8A8B-665F63B79D29}" presName="compositeNode" presStyleCnt="0">
        <dgm:presLayoutVars>
          <dgm:bulletEnabled val="1"/>
        </dgm:presLayoutVars>
      </dgm:prSet>
      <dgm:spPr/>
    </dgm:pt>
    <dgm:pt modelId="{A74B6567-7FFE-4CD9-84E3-1764652C7D74}" type="pres">
      <dgm:prSet presAssocID="{99E553FC-AE6C-4771-8A8B-665F63B79D29}" presName="bgRect" presStyleLbl="alignNode1" presStyleIdx="0" presStyleCnt="5"/>
      <dgm:spPr/>
    </dgm:pt>
    <dgm:pt modelId="{7D25F473-449B-4833-AC8B-5CACD6D5CD92}" type="pres">
      <dgm:prSet presAssocID="{BD22FE61-406F-408B-B566-3A0D528441F7}" presName="sibTransNodeRect" presStyleLbl="alignNode1" presStyleIdx="0" presStyleCnt="5">
        <dgm:presLayoutVars>
          <dgm:chMax val="0"/>
          <dgm:bulletEnabled val="1"/>
        </dgm:presLayoutVars>
      </dgm:prSet>
      <dgm:spPr/>
    </dgm:pt>
    <dgm:pt modelId="{F31BA8AE-5BAC-4475-AA97-76476A6818E8}" type="pres">
      <dgm:prSet presAssocID="{99E553FC-AE6C-4771-8A8B-665F63B79D29}" presName="nodeRect" presStyleLbl="alignNode1" presStyleIdx="0" presStyleCnt="5">
        <dgm:presLayoutVars>
          <dgm:bulletEnabled val="1"/>
        </dgm:presLayoutVars>
      </dgm:prSet>
      <dgm:spPr/>
    </dgm:pt>
    <dgm:pt modelId="{1B8E8BE5-1BF1-4BF7-98ED-23D9684AC947}" type="pres">
      <dgm:prSet presAssocID="{BD22FE61-406F-408B-B566-3A0D528441F7}" presName="sibTrans" presStyleCnt="0"/>
      <dgm:spPr/>
    </dgm:pt>
    <dgm:pt modelId="{BA6A5FBF-5820-40D2-923C-6EE64D18F162}" type="pres">
      <dgm:prSet presAssocID="{14F8BCB1-C0D9-426A-893C-2DDC2515A2C2}" presName="compositeNode" presStyleCnt="0">
        <dgm:presLayoutVars>
          <dgm:bulletEnabled val="1"/>
        </dgm:presLayoutVars>
      </dgm:prSet>
      <dgm:spPr/>
    </dgm:pt>
    <dgm:pt modelId="{DCF514AB-2DFE-44B8-BCBC-53928736DFB0}" type="pres">
      <dgm:prSet presAssocID="{14F8BCB1-C0D9-426A-893C-2DDC2515A2C2}" presName="bgRect" presStyleLbl="alignNode1" presStyleIdx="1" presStyleCnt="5"/>
      <dgm:spPr/>
    </dgm:pt>
    <dgm:pt modelId="{22252461-A224-4ED9-B93D-E296C9BA6761}" type="pres">
      <dgm:prSet presAssocID="{90A02D98-9CA8-40BD-B6BB-405175330501}" presName="sibTransNodeRect" presStyleLbl="alignNode1" presStyleIdx="1" presStyleCnt="5">
        <dgm:presLayoutVars>
          <dgm:chMax val="0"/>
          <dgm:bulletEnabled val="1"/>
        </dgm:presLayoutVars>
      </dgm:prSet>
      <dgm:spPr/>
    </dgm:pt>
    <dgm:pt modelId="{021B4BBA-FEEC-4B50-B9F2-43D16E9B548D}" type="pres">
      <dgm:prSet presAssocID="{14F8BCB1-C0D9-426A-893C-2DDC2515A2C2}" presName="nodeRect" presStyleLbl="alignNode1" presStyleIdx="1" presStyleCnt="5">
        <dgm:presLayoutVars>
          <dgm:bulletEnabled val="1"/>
        </dgm:presLayoutVars>
      </dgm:prSet>
      <dgm:spPr/>
    </dgm:pt>
    <dgm:pt modelId="{92FF6F7E-0C1B-48D5-BB58-8D05F302DD2A}" type="pres">
      <dgm:prSet presAssocID="{90A02D98-9CA8-40BD-B6BB-405175330501}" presName="sibTrans" presStyleCnt="0"/>
      <dgm:spPr/>
    </dgm:pt>
    <dgm:pt modelId="{AC628969-6D49-47AD-9240-613C13EC78A6}" type="pres">
      <dgm:prSet presAssocID="{779962BE-6019-43FF-B8A7-19B00DEC7DDA}" presName="compositeNode" presStyleCnt="0">
        <dgm:presLayoutVars>
          <dgm:bulletEnabled val="1"/>
        </dgm:presLayoutVars>
      </dgm:prSet>
      <dgm:spPr/>
    </dgm:pt>
    <dgm:pt modelId="{BC0D12A4-2152-4467-9ABE-94D31E1D66E7}" type="pres">
      <dgm:prSet presAssocID="{779962BE-6019-43FF-B8A7-19B00DEC7DDA}" presName="bgRect" presStyleLbl="alignNode1" presStyleIdx="2" presStyleCnt="5"/>
      <dgm:spPr/>
    </dgm:pt>
    <dgm:pt modelId="{7339A5DC-BCF9-45CB-BEF7-D8E3972C9436}" type="pres">
      <dgm:prSet presAssocID="{6BFF4A18-A233-460F-9BC8-DC7B121CA6D6}" presName="sibTransNodeRect" presStyleLbl="alignNode1" presStyleIdx="2" presStyleCnt="5">
        <dgm:presLayoutVars>
          <dgm:chMax val="0"/>
          <dgm:bulletEnabled val="1"/>
        </dgm:presLayoutVars>
      </dgm:prSet>
      <dgm:spPr/>
    </dgm:pt>
    <dgm:pt modelId="{79C73D51-F97F-4A0D-B9FB-69A9151FD000}" type="pres">
      <dgm:prSet presAssocID="{779962BE-6019-43FF-B8A7-19B00DEC7DDA}" presName="nodeRect" presStyleLbl="alignNode1" presStyleIdx="2" presStyleCnt="5">
        <dgm:presLayoutVars>
          <dgm:bulletEnabled val="1"/>
        </dgm:presLayoutVars>
      </dgm:prSet>
      <dgm:spPr/>
    </dgm:pt>
    <dgm:pt modelId="{A096C249-E0A6-4D69-9C34-9882D2510803}" type="pres">
      <dgm:prSet presAssocID="{6BFF4A18-A233-460F-9BC8-DC7B121CA6D6}" presName="sibTrans" presStyleCnt="0"/>
      <dgm:spPr/>
    </dgm:pt>
    <dgm:pt modelId="{EB914EE2-C83F-47F5-B553-2DE3BB580A97}" type="pres">
      <dgm:prSet presAssocID="{0AD362C3-DCED-4201-A1E2-52CF067D4CC6}" presName="compositeNode" presStyleCnt="0">
        <dgm:presLayoutVars>
          <dgm:bulletEnabled val="1"/>
        </dgm:presLayoutVars>
      </dgm:prSet>
      <dgm:spPr/>
    </dgm:pt>
    <dgm:pt modelId="{84030444-903C-48B8-B1B2-F4EB90CBBE93}" type="pres">
      <dgm:prSet presAssocID="{0AD362C3-DCED-4201-A1E2-52CF067D4CC6}" presName="bgRect" presStyleLbl="alignNode1" presStyleIdx="3" presStyleCnt="5"/>
      <dgm:spPr/>
    </dgm:pt>
    <dgm:pt modelId="{63EB6267-06DF-4206-A68A-FE681FDD4333}" type="pres">
      <dgm:prSet presAssocID="{27BCB9C9-94A7-4C9B-BC09-452070A02EB1}" presName="sibTransNodeRect" presStyleLbl="alignNode1" presStyleIdx="3" presStyleCnt="5">
        <dgm:presLayoutVars>
          <dgm:chMax val="0"/>
          <dgm:bulletEnabled val="1"/>
        </dgm:presLayoutVars>
      </dgm:prSet>
      <dgm:spPr/>
    </dgm:pt>
    <dgm:pt modelId="{E2B26A29-9639-4FF4-93CB-CB568E6C1204}" type="pres">
      <dgm:prSet presAssocID="{0AD362C3-DCED-4201-A1E2-52CF067D4CC6}" presName="nodeRect" presStyleLbl="alignNode1" presStyleIdx="3" presStyleCnt="5">
        <dgm:presLayoutVars>
          <dgm:bulletEnabled val="1"/>
        </dgm:presLayoutVars>
      </dgm:prSet>
      <dgm:spPr/>
    </dgm:pt>
    <dgm:pt modelId="{8A7BD27B-2210-416D-B8D8-D96625A548A2}" type="pres">
      <dgm:prSet presAssocID="{27BCB9C9-94A7-4C9B-BC09-452070A02EB1}" presName="sibTrans" presStyleCnt="0"/>
      <dgm:spPr/>
    </dgm:pt>
    <dgm:pt modelId="{7D303E32-6C2C-4352-BB69-31911A1AC8AC}" type="pres">
      <dgm:prSet presAssocID="{F7711681-0098-4026-8601-7CE73C3C804B}" presName="compositeNode" presStyleCnt="0">
        <dgm:presLayoutVars>
          <dgm:bulletEnabled val="1"/>
        </dgm:presLayoutVars>
      </dgm:prSet>
      <dgm:spPr/>
    </dgm:pt>
    <dgm:pt modelId="{1A61516A-DDCA-49DC-BFC9-E291C5BA05C5}" type="pres">
      <dgm:prSet presAssocID="{F7711681-0098-4026-8601-7CE73C3C804B}" presName="bgRect" presStyleLbl="alignNode1" presStyleIdx="4" presStyleCnt="5"/>
      <dgm:spPr/>
    </dgm:pt>
    <dgm:pt modelId="{F6DF2844-52B3-40A5-BF98-2890351CF17C}" type="pres">
      <dgm:prSet presAssocID="{214734E7-84AA-44B6-BAA0-56141523FC8A}" presName="sibTransNodeRect" presStyleLbl="alignNode1" presStyleIdx="4" presStyleCnt="5">
        <dgm:presLayoutVars>
          <dgm:chMax val="0"/>
          <dgm:bulletEnabled val="1"/>
        </dgm:presLayoutVars>
      </dgm:prSet>
      <dgm:spPr/>
    </dgm:pt>
    <dgm:pt modelId="{051F1AF5-96A3-40AA-A12D-29B41971BBA7}" type="pres">
      <dgm:prSet presAssocID="{F7711681-0098-4026-8601-7CE73C3C804B}" presName="nodeRect" presStyleLbl="alignNode1" presStyleIdx="4" presStyleCnt="5">
        <dgm:presLayoutVars>
          <dgm:bulletEnabled val="1"/>
        </dgm:presLayoutVars>
      </dgm:prSet>
      <dgm:spPr/>
    </dgm:pt>
  </dgm:ptLst>
  <dgm:cxnLst>
    <dgm:cxn modelId="{6F152711-AF3D-421D-85DE-A73823E11DB3}" type="presOf" srcId="{F7711681-0098-4026-8601-7CE73C3C804B}" destId="{1A61516A-DDCA-49DC-BFC9-E291C5BA05C5}" srcOrd="0" destOrd="0" presId="urn:microsoft.com/office/officeart/2016/7/layout/LinearBlockProcessNumbered"/>
    <dgm:cxn modelId="{DFC75E14-6F42-4279-8F0B-01880FEBC6DD}" srcId="{36A4A04D-FA17-40A1-9CB0-2730FBD0CE41}" destId="{0AD362C3-DCED-4201-A1E2-52CF067D4CC6}" srcOrd="3" destOrd="0" parTransId="{DAF9CA06-53DE-496C-93FC-10BC6840D1BF}" sibTransId="{27BCB9C9-94A7-4C9B-BC09-452070A02EB1}"/>
    <dgm:cxn modelId="{1695EA2C-5BE4-467A-888E-E3852B5C8463}" srcId="{36A4A04D-FA17-40A1-9CB0-2730FBD0CE41}" destId="{F7711681-0098-4026-8601-7CE73C3C804B}" srcOrd="4" destOrd="0" parTransId="{D056B5AF-CADD-465B-A288-137C8AD89541}" sibTransId="{214734E7-84AA-44B6-BAA0-56141523FC8A}"/>
    <dgm:cxn modelId="{DC1A012F-BFC4-414E-B3A3-F964986D97D3}" type="presOf" srcId="{BD22FE61-406F-408B-B566-3A0D528441F7}" destId="{7D25F473-449B-4833-AC8B-5CACD6D5CD92}" srcOrd="0" destOrd="0" presId="urn:microsoft.com/office/officeart/2016/7/layout/LinearBlockProcessNumbered"/>
    <dgm:cxn modelId="{7F40A737-0C60-4911-8B6D-6545E3B2DE9A}" srcId="{36A4A04D-FA17-40A1-9CB0-2730FBD0CE41}" destId="{99E553FC-AE6C-4771-8A8B-665F63B79D29}" srcOrd="0" destOrd="0" parTransId="{AF319936-4319-4D3B-88AE-BC5E2D0FCD63}" sibTransId="{BD22FE61-406F-408B-B566-3A0D528441F7}"/>
    <dgm:cxn modelId="{9704E83F-CA3C-4EC8-877B-1BBB7AB0EA15}" type="presOf" srcId="{99E553FC-AE6C-4771-8A8B-665F63B79D29}" destId="{F31BA8AE-5BAC-4475-AA97-76476A6818E8}" srcOrd="1" destOrd="0" presId="urn:microsoft.com/office/officeart/2016/7/layout/LinearBlockProcessNumbered"/>
    <dgm:cxn modelId="{2857C248-35A4-4879-BAF8-8AECE465245A}" srcId="{36A4A04D-FA17-40A1-9CB0-2730FBD0CE41}" destId="{779962BE-6019-43FF-B8A7-19B00DEC7DDA}" srcOrd="2" destOrd="0" parTransId="{E3A940C2-F4D6-4E74-B5A3-B79BD8456846}" sibTransId="{6BFF4A18-A233-460F-9BC8-DC7B121CA6D6}"/>
    <dgm:cxn modelId="{6FB07149-90D0-413D-99F9-AE14FDFC28D1}" type="presOf" srcId="{0AD362C3-DCED-4201-A1E2-52CF067D4CC6}" destId="{E2B26A29-9639-4FF4-93CB-CB568E6C1204}" srcOrd="1" destOrd="0" presId="urn:microsoft.com/office/officeart/2016/7/layout/LinearBlockProcessNumbered"/>
    <dgm:cxn modelId="{72C5BA4B-64A2-43CF-8CC6-191C13209186}" type="presOf" srcId="{214734E7-84AA-44B6-BAA0-56141523FC8A}" destId="{F6DF2844-52B3-40A5-BF98-2890351CF17C}" srcOrd="0" destOrd="0" presId="urn:microsoft.com/office/officeart/2016/7/layout/LinearBlockProcessNumbered"/>
    <dgm:cxn modelId="{35607E6E-3CB3-44D6-8C8E-98F28BF8C2D8}" type="presOf" srcId="{99E553FC-AE6C-4771-8A8B-665F63B79D29}" destId="{A74B6567-7FFE-4CD9-84E3-1764652C7D74}" srcOrd="0" destOrd="0" presId="urn:microsoft.com/office/officeart/2016/7/layout/LinearBlockProcessNumbered"/>
    <dgm:cxn modelId="{1C89B381-C542-41AA-ACE0-EF842E5B6AAB}" type="presOf" srcId="{779962BE-6019-43FF-B8A7-19B00DEC7DDA}" destId="{79C73D51-F97F-4A0D-B9FB-69A9151FD000}" srcOrd="1" destOrd="0" presId="urn:microsoft.com/office/officeart/2016/7/layout/LinearBlockProcessNumbered"/>
    <dgm:cxn modelId="{EC72E293-F429-41D1-8C1B-5D5F273A6569}" type="presOf" srcId="{36A4A04D-FA17-40A1-9CB0-2730FBD0CE41}" destId="{A82FF417-4767-42D0-8428-0DC04C6C9A93}" srcOrd="0" destOrd="0" presId="urn:microsoft.com/office/officeart/2016/7/layout/LinearBlockProcessNumbered"/>
    <dgm:cxn modelId="{95201994-106F-4F37-8C0E-68EAE9C543FF}" type="presOf" srcId="{779962BE-6019-43FF-B8A7-19B00DEC7DDA}" destId="{BC0D12A4-2152-4467-9ABE-94D31E1D66E7}" srcOrd="0" destOrd="0" presId="urn:microsoft.com/office/officeart/2016/7/layout/LinearBlockProcessNumbered"/>
    <dgm:cxn modelId="{687DAFB8-D7BC-485F-9AEA-0BC1B20B94B4}" type="presOf" srcId="{27BCB9C9-94A7-4C9B-BC09-452070A02EB1}" destId="{63EB6267-06DF-4206-A68A-FE681FDD4333}" srcOrd="0" destOrd="0" presId="urn:microsoft.com/office/officeart/2016/7/layout/LinearBlockProcessNumbered"/>
    <dgm:cxn modelId="{0D6A2AC6-38B4-4F8C-9901-207C4F7C34E4}" type="presOf" srcId="{0AD362C3-DCED-4201-A1E2-52CF067D4CC6}" destId="{84030444-903C-48B8-B1B2-F4EB90CBBE93}" srcOrd="0" destOrd="0" presId="urn:microsoft.com/office/officeart/2016/7/layout/LinearBlockProcessNumbered"/>
    <dgm:cxn modelId="{DA5674D1-BBEA-4808-A003-5BB0D75CB921}" type="presOf" srcId="{F7711681-0098-4026-8601-7CE73C3C804B}" destId="{051F1AF5-96A3-40AA-A12D-29B41971BBA7}" srcOrd="1" destOrd="0" presId="urn:microsoft.com/office/officeart/2016/7/layout/LinearBlockProcessNumbered"/>
    <dgm:cxn modelId="{D59D34DE-470A-4572-86BD-2124179ED678}" type="presOf" srcId="{14F8BCB1-C0D9-426A-893C-2DDC2515A2C2}" destId="{021B4BBA-FEEC-4B50-B9F2-43D16E9B548D}" srcOrd="1" destOrd="0" presId="urn:microsoft.com/office/officeart/2016/7/layout/LinearBlockProcessNumbered"/>
    <dgm:cxn modelId="{F007FDE1-B9AF-4B9D-8FEA-34E9AA03292E}" srcId="{36A4A04D-FA17-40A1-9CB0-2730FBD0CE41}" destId="{14F8BCB1-C0D9-426A-893C-2DDC2515A2C2}" srcOrd="1" destOrd="0" parTransId="{104C9D1D-2B84-41B4-BBB3-2F5665491F35}" sibTransId="{90A02D98-9CA8-40BD-B6BB-405175330501}"/>
    <dgm:cxn modelId="{60ABC6F2-0FFC-469D-8A8D-FD24A717FBA1}" type="presOf" srcId="{90A02D98-9CA8-40BD-B6BB-405175330501}" destId="{22252461-A224-4ED9-B93D-E296C9BA6761}" srcOrd="0" destOrd="0" presId="urn:microsoft.com/office/officeart/2016/7/layout/LinearBlockProcessNumbered"/>
    <dgm:cxn modelId="{A34565F6-3E91-461C-91DD-FD4B30ACEBBC}" type="presOf" srcId="{6BFF4A18-A233-460F-9BC8-DC7B121CA6D6}" destId="{7339A5DC-BCF9-45CB-BEF7-D8E3972C9436}" srcOrd="0" destOrd="0" presId="urn:microsoft.com/office/officeart/2016/7/layout/LinearBlockProcessNumbered"/>
    <dgm:cxn modelId="{2982BBFD-3F5A-40E1-AB6E-F19AAA989D32}" type="presOf" srcId="{14F8BCB1-C0D9-426A-893C-2DDC2515A2C2}" destId="{DCF514AB-2DFE-44B8-BCBC-53928736DFB0}" srcOrd="0" destOrd="0" presId="urn:microsoft.com/office/officeart/2016/7/layout/LinearBlockProcessNumbered"/>
    <dgm:cxn modelId="{8169C91B-14B5-44C8-B75F-F9A917C5FA34}" type="presParOf" srcId="{A82FF417-4767-42D0-8428-0DC04C6C9A93}" destId="{D12CC12D-A598-45C2-894C-9EFE2CF110C3}" srcOrd="0" destOrd="0" presId="urn:microsoft.com/office/officeart/2016/7/layout/LinearBlockProcessNumbered"/>
    <dgm:cxn modelId="{7C9E0F16-36DB-49DD-A4E7-C711ED8328F0}" type="presParOf" srcId="{D12CC12D-A598-45C2-894C-9EFE2CF110C3}" destId="{A74B6567-7FFE-4CD9-84E3-1764652C7D74}" srcOrd="0" destOrd="0" presId="urn:microsoft.com/office/officeart/2016/7/layout/LinearBlockProcessNumbered"/>
    <dgm:cxn modelId="{CD429120-B147-4453-BFB1-73F5365B5ED2}" type="presParOf" srcId="{D12CC12D-A598-45C2-894C-9EFE2CF110C3}" destId="{7D25F473-449B-4833-AC8B-5CACD6D5CD92}" srcOrd="1" destOrd="0" presId="urn:microsoft.com/office/officeart/2016/7/layout/LinearBlockProcessNumbered"/>
    <dgm:cxn modelId="{F0006121-28F3-4F74-AD61-191C3231278A}" type="presParOf" srcId="{D12CC12D-A598-45C2-894C-9EFE2CF110C3}" destId="{F31BA8AE-5BAC-4475-AA97-76476A6818E8}" srcOrd="2" destOrd="0" presId="urn:microsoft.com/office/officeart/2016/7/layout/LinearBlockProcessNumbered"/>
    <dgm:cxn modelId="{34793A78-3DDE-4A8F-8503-C052AC767B64}" type="presParOf" srcId="{A82FF417-4767-42D0-8428-0DC04C6C9A93}" destId="{1B8E8BE5-1BF1-4BF7-98ED-23D9684AC947}" srcOrd="1" destOrd="0" presId="urn:microsoft.com/office/officeart/2016/7/layout/LinearBlockProcessNumbered"/>
    <dgm:cxn modelId="{455A9539-88B8-4FCA-90F7-9038AAB04D8F}" type="presParOf" srcId="{A82FF417-4767-42D0-8428-0DC04C6C9A93}" destId="{BA6A5FBF-5820-40D2-923C-6EE64D18F162}" srcOrd="2" destOrd="0" presId="urn:microsoft.com/office/officeart/2016/7/layout/LinearBlockProcessNumbered"/>
    <dgm:cxn modelId="{4C702BF4-0F35-4BE4-B358-B135A63DB4A6}" type="presParOf" srcId="{BA6A5FBF-5820-40D2-923C-6EE64D18F162}" destId="{DCF514AB-2DFE-44B8-BCBC-53928736DFB0}" srcOrd="0" destOrd="0" presId="urn:microsoft.com/office/officeart/2016/7/layout/LinearBlockProcessNumbered"/>
    <dgm:cxn modelId="{DC856992-8049-4947-90F3-9E1FD351E6FF}" type="presParOf" srcId="{BA6A5FBF-5820-40D2-923C-6EE64D18F162}" destId="{22252461-A224-4ED9-B93D-E296C9BA6761}" srcOrd="1" destOrd="0" presId="urn:microsoft.com/office/officeart/2016/7/layout/LinearBlockProcessNumbered"/>
    <dgm:cxn modelId="{82B77857-1A10-45A6-BDC1-D90C2C944808}" type="presParOf" srcId="{BA6A5FBF-5820-40D2-923C-6EE64D18F162}" destId="{021B4BBA-FEEC-4B50-B9F2-43D16E9B548D}" srcOrd="2" destOrd="0" presId="urn:microsoft.com/office/officeart/2016/7/layout/LinearBlockProcessNumbered"/>
    <dgm:cxn modelId="{F452C3E1-4A23-4DB1-900E-0F834166A7EB}" type="presParOf" srcId="{A82FF417-4767-42D0-8428-0DC04C6C9A93}" destId="{92FF6F7E-0C1B-48D5-BB58-8D05F302DD2A}" srcOrd="3" destOrd="0" presId="urn:microsoft.com/office/officeart/2016/7/layout/LinearBlockProcessNumbered"/>
    <dgm:cxn modelId="{8E846CBB-8D92-4731-A126-609D610F3B4A}" type="presParOf" srcId="{A82FF417-4767-42D0-8428-0DC04C6C9A93}" destId="{AC628969-6D49-47AD-9240-613C13EC78A6}" srcOrd="4" destOrd="0" presId="urn:microsoft.com/office/officeart/2016/7/layout/LinearBlockProcessNumbered"/>
    <dgm:cxn modelId="{4865AD63-B4A0-41C6-B076-B7D862CF32E5}" type="presParOf" srcId="{AC628969-6D49-47AD-9240-613C13EC78A6}" destId="{BC0D12A4-2152-4467-9ABE-94D31E1D66E7}" srcOrd="0" destOrd="0" presId="urn:microsoft.com/office/officeart/2016/7/layout/LinearBlockProcessNumbered"/>
    <dgm:cxn modelId="{3A65A330-A84E-4CDA-AC0F-0DBA43D84AEC}" type="presParOf" srcId="{AC628969-6D49-47AD-9240-613C13EC78A6}" destId="{7339A5DC-BCF9-45CB-BEF7-D8E3972C9436}" srcOrd="1" destOrd="0" presId="urn:microsoft.com/office/officeart/2016/7/layout/LinearBlockProcessNumbered"/>
    <dgm:cxn modelId="{B33A263C-799E-4D6F-946A-E8CA21B0C722}" type="presParOf" srcId="{AC628969-6D49-47AD-9240-613C13EC78A6}" destId="{79C73D51-F97F-4A0D-B9FB-69A9151FD000}" srcOrd="2" destOrd="0" presId="urn:microsoft.com/office/officeart/2016/7/layout/LinearBlockProcessNumbered"/>
    <dgm:cxn modelId="{C323D261-029A-40DD-B2E5-FC9A026084C2}" type="presParOf" srcId="{A82FF417-4767-42D0-8428-0DC04C6C9A93}" destId="{A096C249-E0A6-4D69-9C34-9882D2510803}" srcOrd="5" destOrd="0" presId="urn:microsoft.com/office/officeart/2016/7/layout/LinearBlockProcessNumbered"/>
    <dgm:cxn modelId="{1742F632-A42E-4507-A6B9-C2A6610AA158}" type="presParOf" srcId="{A82FF417-4767-42D0-8428-0DC04C6C9A93}" destId="{EB914EE2-C83F-47F5-B553-2DE3BB580A97}" srcOrd="6" destOrd="0" presId="urn:microsoft.com/office/officeart/2016/7/layout/LinearBlockProcessNumbered"/>
    <dgm:cxn modelId="{2FF31793-E1C8-4D61-9BD0-C5082C36090B}" type="presParOf" srcId="{EB914EE2-C83F-47F5-B553-2DE3BB580A97}" destId="{84030444-903C-48B8-B1B2-F4EB90CBBE93}" srcOrd="0" destOrd="0" presId="urn:microsoft.com/office/officeart/2016/7/layout/LinearBlockProcessNumbered"/>
    <dgm:cxn modelId="{2D5C0246-3DAD-4C31-877D-1B8E0EAF1BF7}" type="presParOf" srcId="{EB914EE2-C83F-47F5-B553-2DE3BB580A97}" destId="{63EB6267-06DF-4206-A68A-FE681FDD4333}" srcOrd="1" destOrd="0" presId="urn:microsoft.com/office/officeart/2016/7/layout/LinearBlockProcessNumbered"/>
    <dgm:cxn modelId="{CF2D9423-5E57-4697-AFCC-2173E8548431}" type="presParOf" srcId="{EB914EE2-C83F-47F5-B553-2DE3BB580A97}" destId="{E2B26A29-9639-4FF4-93CB-CB568E6C1204}" srcOrd="2" destOrd="0" presId="urn:microsoft.com/office/officeart/2016/7/layout/LinearBlockProcessNumbered"/>
    <dgm:cxn modelId="{BE5BFCEF-A3EC-422C-919A-F3A0BD953985}" type="presParOf" srcId="{A82FF417-4767-42D0-8428-0DC04C6C9A93}" destId="{8A7BD27B-2210-416D-B8D8-D96625A548A2}" srcOrd="7" destOrd="0" presId="urn:microsoft.com/office/officeart/2016/7/layout/LinearBlockProcessNumbered"/>
    <dgm:cxn modelId="{AFA27A4E-FA18-4577-A8F9-3757A8AFCDF6}" type="presParOf" srcId="{A82FF417-4767-42D0-8428-0DC04C6C9A93}" destId="{7D303E32-6C2C-4352-BB69-31911A1AC8AC}" srcOrd="8" destOrd="0" presId="urn:microsoft.com/office/officeart/2016/7/layout/LinearBlockProcessNumbered"/>
    <dgm:cxn modelId="{C85285C4-251C-4206-A69D-84EF97DDFF3D}" type="presParOf" srcId="{7D303E32-6C2C-4352-BB69-31911A1AC8AC}" destId="{1A61516A-DDCA-49DC-BFC9-E291C5BA05C5}" srcOrd="0" destOrd="0" presId="urn:microsoft.com/office/officeart/2016/7/layout/LinearBlockProcessNumbered"/>
    <dgm:cxn modelId="{74F0424B-28B3-4994-85FA-8B3C087FBF56}" type="presParOf" srcId="{7D303E32-6C2C-4352-BB69-31911A1AC8AC}" destId="{F6DF2844-52B3-40A5-BF98-2890351CF17C}" srcOrd="1" destOrd="0" presId="urn:microsoft.com/office/officeart/2016/7/layout/LinearBlockProcessNumbered"/>
    <dgm:cxn modelId="{B470BD1D-23EE-419A-90D8-133F0AC3E5FA}" type="presParOf" srcId="{7D303E32-6C2C-4352-BB69-31911A1AC8AC}" destId="{051F1AF5-96A3-40AA-A12D-29B41971BBA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D78C5BD-BD2E-4677-BE9E-D779CC32B99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C6F9731-965C-4B9F-82AC-EA39DE5ECFD4}">
      <dgm:prSet/>
      <dgm:spPr/>
      <dgm:t>
        <a:bodyPr/>
        <a:lstStyle/>
        <a:p>
          <a:r>
            <a:rPr lang="en-US"/>
            <a:t>CasADi is an open-source tool for nonlinear optimization and algorithmic differentiation.</a:t>
          </a:r>
        </a:p>
      </dgm:t>
    </dgm:pt>
    <dgm:pt modelId="{B69056F5-4372-4F30-A87D-5E50924A51F8}" type="parTrans" cxnId="{44F14FD7-099C-4EB7-A806-4F02D7F87D73}">
      <dgm:prSet/>
      <dgm:spPr/>
      <dgm:t>
        <a:bodyPr/>
        <a:lstStyle/>
        <a:p>
          <a:endParaRPr lang="en-US"/>
        </a:p>
      </dgm:t>
    </dgm:pt>
    <dgm:pt modelId="{5B80FB3E-C0AE-465F-A43A-54358E967C90}" type="sibTrans" cxnId="{44F14FD7-099C-4EB7-A806-4F02D7F87D73}">
      <dgm:prSet/>
      <dgm:spPr/>
      <dgm:t>
        <a:bodyPr/>
        <a:lstStyle/>
        <a:p>
          <a:endParaRPr lang="en-US"/>
        </a:p>
      </dgm:t>
    </dgm:pt>
    <dgm:pt modelId="{7247486F-E8FB-47FA-94D8-24C445910BCE}">
      <dgm:prSet/>
      <dgm:spPr/>
      <dgm:t>
        <a:bodyPr/>
        <a:lstStyle/>
        <a:p>
          <a:r>
            <a:rPr lang="en-US"/>
            <a:t>It facilitates rapid — yet efficient — implementation of different methods for numerical optimal control, both in an offline context and for nonlinear model predictive control (NMPC).</a:t>
          </a:r>
        </a:p>
      </dgm:t>
    </dgm:pt>
    <dgm:pt modelId="{DFCB60D5-541E-422A-AFE8-3EBCD61114AE}" type="parTrans" cxnId="{9A43275C-C52B-44DE-8C39-41FD8E23E285}">
      <dgm:prSet/>
      <dgm:spPr/>
      <dgm:t>
        <a:bodyPr/>
        <a:lstStyle/>
        <a:p>
          <a:endParaRPr lang="en-US"/>
        </a:p>
      </dgm:t>
    </dgm:pt>
    <dgm:pt modelId="{0E6E1863-2970-4073-B5DE-05B2DDC1F7E5}" type="sibTrans" cxnId="{9A43275C-C52B-44DE-8C39-41FD8E23E285}">
      <dgm:prSet/>
      <dgm:spPr/>
      <dgm:t>
        <a:bodyPr/>
        <a:lstStyle/>
        <a:p>
          <a:endParaRPr lang="en-US"/>
        </a:p>
      </dgm:t>
    </dgm:pt>
    <dgm:pt modelId="{F149CBE6-01AC-4930-B747-B3C40F3B7C8A}" type="pres">
      <dgm:prSet presAssocID="{BD78C5BD-BD2E-4677-BE9E-D779CC32B99E}" presName="linear" presStyleCnt="0">
        <dgm:presLayoutVars>
          <dgm:animLvl val="lvl"/>
          <dgm:resizeHandles val="exact"/>
        </dgm:presLayoutVars>
      </dgm:prSet>
      <dgm:spPr/>
    </dgm:pt>
    <dgm:pt modelId="{473FE675-2CB0-4117-945C-5700722CCC23}" type="pres">
      <dgm:prSet presAssocID="{CC6F9731-965C-4B9F-82AC-EA39DE5ECFD4}" presName="parentText" presStyleLbl="node1" presStyleIdx="0" presStyleCnt="2">
        <dgm:presLayoutVars>
          <dgm:chMax val="0"/>
          <dgm:bulletEnabled val="1"/>
        </dgm:presLayoutVars>
      </dgm:prSet>
      <dgm:spPr/>
    </dgm:pt>
    <dgm:pt modelId="{AE76A1E0-4428-41AD-B8E7-FFEE0BD08BC6}" type="pres">
      <dgm:prSet presAssocID="{5B80FB3E-C0AE-465F-A43A-54358E967C90}" presName="spacer" presStyleCnt="0"/>
      <dgm:spPr/>
    </dgm:pt>
    <dgm:pt modelId="{82027430-6D7E-4AC6-B369-89FE53BA72EF}" type="pres">
      <dgm:prSet presAssocID="{7247486F-E8FB-47FA-94D8-24C445910BCE}" presName="parentText" presStyleLbl="node1" presStyleIdx="1" presStyleCnt="2">
        <dgm:presLayoutVars>
          <dgm:chMax val="0"/>
          <dgm:bulletEnabled val="1"/>
        </dgm:presLayoutVars>
      </dgm:prSet>
      <dgm:spPr/>
    </dgm:pt>
  </dgm:ptLst>
  <dgm:cxnLst>
    <dgm:cxn modelId="{B489651F-DFB1-48B8-82B6-640629E38A9A}" type="presOf" srcId="{7247486F-E8FB-47FA-94D8-24C445910BCE}" destId="{82027430-6D7E-4AC6-B369-89FE53BA72EF}" srcOrd="0" destOrd="0" presId="urn:microsoft.com/office/officeart/2005/8/layout/vList2"/>
    <dgm:cxn modelId="{9A43275C-C52B-44DE-8C39-41FD8E23E285}" srcId="{BD78C5BD-BD2E-4677-BE9E-D779CC32B99E}" destId="{7247486F-E8FB-47FA-94D8-24C445910BCE}" srcOrd="1" destOrd="0" parTransId="{DFCB60D5-541E-422A-AFE8-3EBCD61114AE}" sibTransId="{0E6E1863-2970-4073-B5DE-05B2DDC1F7E5}"/>
    <dgm:cxn modelId="{24546F53-D7D0-4C8A-958E-FDA1ED9D1832}" type="presOf" srcId="{CC6F9731-965C-4B9F-82AC-EA39DE5ECFD4}" destId="{473FE675-2CB0-4117-945C-5700722CCC23}" srcOrd="0" destOrd="0" presId="urn:microsoft.com/office/officeart/2005/8/layout/vList2"/>
    <dgm:cxn modelId="{23A1075A-B6C7-435D-A868-F20680FF3575}" type="presOf" srcId="{BD78C5BD-BD2E-4677-BE9E-D779CC32B99E}" destId="{F149CBE6-01AC-4930-B747-B3C40F3B7C8A}" srcOrd="0" destOrd="0" presId="urn:microsoft.com/office/officeart/2005/8/layout/vList2"/>
    <dgm:cxn modelId="{44F14FD7-099C-4EB7-A806-4F02D7F87D73}" srcId="{BD78C5BD-BD2E-4677-BE9E-D779CC32B99E}" destId="{CC6F9731-965C-4B9F-82AC-EA39DE5ECFD4}" srcOrd="0" destOrd="0" parTransId="{B69056F5-4372-4F30-A87D-5E50924A51F8}" sibTransId="{5B80FB3E-C0AE-465F-A43A-54358E967C90}"/>
    <dgm:cxn modelId="{E160D19F-5DD1-4F84-87BD-B7A92847EF84}" type="presParOf" srcId="{F149CBE6-01AC-4930-B747-B3C40F3B7C8A}" destId="{473FE675-2CB0-4117-945C-5700722CCC23}" srcOrd="0" destOrd="0" presId="urn:microsoft.com/office/officeart/2005/8/layout/vList2"/>
    <dgm:cxn modelId="{38008C28-0E43-49A5-A2AC-1906957387E0}" type="presParOf" srcId="{F149CBE6-01AC-4930-B747-B3C40F3B7C8A}" destId="{AE76A1E0-4428-41AD-B8E7-FFEE0BD08BC6}" srcOrd="1" destOrd="0" presId="urn:microsoft.com/office/officeart/2005/8/layout/vList2"/>
    <dgm:cxn modelId="{F8BC4548-6A1C-43E8-9EF8-7A2F635F7964}" type="presParOf" srcId="{F149CBE6-01AC-4930-B747-B3C40F3B7C8A}" destId="{82027430-6D7E-4AC6-B369-89FE53BA72EF}"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308540-7BA9-46BB-B13F-57BD2D2D3FEC}" type="doc">
      <dgm:prSet loTypeId="urn:microsoft.com/office/officeart/2008/layout/LinedList" loCatId="list" qsTypeId="urn:microsoft.com/office/officeart/2005/8/quickstyle/simple2" qsCatId="simple" csTypeId="urn:microsoft.com/office/officeart/2005/8/colors/accent1_2" csCatId="accent1"/>
      <dgm:spPr/>
      <dgm:t>
        <a:bodyPr/>
        <a:lstStyle/>
        <a:p>
          <a:endParaRPr lang="en-US"/>
        </a:p>
      </dgm:t>
    </dgm:pt>
    <dgm:pt modelId="{A19F84CF-9288-415C-990F-2A71F599A36C}">
      <dgm:prSet/>
      <dgm:spPr/>
      <dgm:t>
        <a:bodyPr/>
        <a:lstStyle/>
        <a:p>
          <a:r>
            <a:rPr lang="en-US"/>
            <a:t>It’s a numerical solver designed for </a:t>
          </a:r>
          <a:r>
            <a:rPr lang="en-US" b="1"/>
            <a:t>large-scale nonlinear optimization</a:t>
          </a:r>
          <a:r>
            <a:rPr lang="en-US"/>
            <a:t> (NLPs, Nonlinear programs);</a:t>
          </a:r>
        </a:p>
      </dgm:t>
    </dgm:pt>
    <dgm:pt modelId="{A3AC8DCD-6B42-468E-BC38-C1BC840D9A1F}" type="parTrans" cxnId="{F36912F2-264F-495A-9C54-3E9977987ECA}">
      <dgm:prSet/>
      <dgm:spPr/>
      <dgm:t>
        <a:bodyPr/>
        <a:lstStyle/>
        <a:p>
          <a:endParaRPr lang="en-US"/>
        </a:p>
      </dgm:t>
    </dgm:pt>
    <dgm:pt modelId="{E0774DAB-0CE6-4F35-8CFE-1728A096CFD5}" type="sibTrans" cxnId="{F36912F2-264F-495A-9C54-3E9977987ECA}">
      <dgm:prSet/>
      <dgm:spPr/>
      <dgm:t>
        <a:bodyPr/>
        <a:lstStyle/>
        <a:p>
          <a:endParaRPr lang="en-US"/>
        </a:p>
      </dgm:t>
    </dgm:pt>
    <dgm:pt modelId="{46F2EE79-803B-45D5-962E-AF54FA3E5CCA}">
      <dgm:prSet/>
      <dgm:spPr/>
      <dgm:t>
        <a:bodyPr/>
        <a:lstStyle/>
        <a:p>
          <a:r>
            <a:rPr lang="en-US"/>
            <a:t>At each MPC step we formulate a nonlinear program: we optimize a sequence of future joint accelerations to minimize world-frame tracking error while enforcing the discrete dynamics and actuator limits. Because the cost and constraints are nonlinear due to kinematics, this becomes an NLP. We solve it with IPOPT, an interior-point nonlinear optimizer. CasADi provides automatic differentiation, so IPOPT gets exact gradients and Jacobians, which improves convergence and enables real-time execution.</a:t>
          </a:r>
        </a:p>
      </dgm:t>
    </dgm:pt>
    <dgm:pt modelId="{8CDE4729-292D-48DA-81D6-99A997CDAD58}" type="parTrans" cxnId="{9045BE97-406F-45E3-A8C2-347FFB2E2F23}">
      <dgm:prSet/>
      <dgm:spPr/>
      <dgm:t>
        <a:bodyPr/>
        <a:lstStyle/>
        <a:p>
          <a:endParaRPr lang="en-US"/>
        </a:p>
      </dgm:t>
    </dgm:pt>
    <dgm:pt modelId="{8860B9FB-19D5-4948-8F07-DD5DEBAC2C08}" type="sibTrans" cxnId="{9045BE97-406F-45E3-A8C2-347FFB2E2F23}">
      <dgm:prSet/>
      <dgm:spPr/>
      <dgm:t>
        <a:bodyPr/>
        <a:lstStyle/>
        <a:p>
          <a:endParaRPr lang="en-US"/>
        </a:p>
      </dgm:t>
    </dgm:pt>
    <dgm:pt modelId="{E26FC294-528D-47C0-8577-4157182FA71E}" type="pres">
      <dgm:prSet presAssocID="{97308540-7BA9-46BB-B13F-57BD2D2D3FEC}" presName="vert0" presStyleCnt="0">
        <dgm:presLayoutVars>
          <dgm:dir/>
          <dgm:animOne val="branch"/>
          <dgm:animLvl val="lvl"/>
        </dgm:presLayoutVars>
      </dgm:prSet>
      <dgm:spPr/>
    </dgm:pt>
    <dgm:pt modelId="{A3BA8934-55F6-4A81-B3A4-FAC1DCC31FB3}" type="pres">
      <dgm:prSet presAssocID="{A19F84CF-9288-415C-990F-2A71F599A36C}" presName="thickLine" presStyleLbl="alignNode1" presStyleIdx="0" presStyleCnt="2"/>
      <dgm:spPr/>
    </dgm:pt>
    <dgm:pt modelId="{1774DC5B-433A-46AD-8C20-6C837CC21701}" type="pres">
      <dgm:prSet presAssocID="{A19F84CF-9288-415C-990F-2A71F599A36C}" presName="horz1" presStyleCnt="0"/>
      <dgm:spPr/>
    </dgm:pt>
    <dgm:pt modelId="{A4416069-DB8F-400E-B1D4-5FC70A4E01A0}" type="pres">
      <dgm:prSet presAssocID="{A19F84CF-9288-415C-990F-2A71F599A36C}" presName="tx1" presStyleLbl="revTx" presStyleIdx="0" presStyleCnt="2"/>
      <dgm:spPr/>
    </dgm:pt>
    <dgm:pt modelId="{5AAF1E3B-A73D-4553-B2B4-8D636FB5AF0F}" type="pres">
      <dgm:prSet presAssocID="{A19F84CF-9288-415C-990F-2A71F599A36C}" presName="vert1" presStyleCnt="0"/>
      <dgm:spPr/>
    </dgm:pt>
    <dgm:pt modelId="{5DFCE208-FA17-4906-878E-9E072AC19600}" type="pres">
      <dgm:prSet presAssocID="{46F2EE79-803B-45D5-962E-AF54FA3E5CCA}" presName="thickLine" presStyleLbl="alignNode1" presStyleIdx="1" presStyleCnt="2"/>
      <dgm:spPr/>
    </dgm:pt>
    <dgm:pt modelId="{EB90AF13-036A-476C-98E3-35E211DDB3BD}" type="pres">
      <dgm:prSet presAssocID="{46F2EE79-803B-45D5-962E-AF54FA3E5CCA}" presName="horz1" presStyleCnt="0"/>
      <dgm:spPr/>
    </dgm:pt>
    <dgm:pt modelId="{E8F378A8-D4E6-416C-A306-F1D095C086B3}" type="pres">
      <dgm:prSet presAssocID="{46F2EE79-803B-45D5-962E-AF54FA3E5CCA}" presName="tx1" presStyleLbl="revTx" presStyleIdx="1" presStyleCnt="2"/>
      <dgm:spPr/>
    </dgm:pt>
    <dgm:pt modelId="{A244ABB1-F467-4EE3-A7D2-B9BB099962C9}" type="pres">
      <dgm:prSet presAssocID="{46F2EE79-803B-45D5-962E-AF54FA3E5CCA}" presName="vert1" presStyleCnt="0"/>
      <dgm:spPr/>
    </dgm:pt>
  </dgm:ptLst>
  <dgm:cxnLst>
    <dgm:cxn modelId="{9045BE97-406F-45E3-A8C2-347FFB2E2F23}" srcId="{97308540-7BA9-46BB-B13F-57BD2D2D3FEC}" destId="{46F2EE79-803B-45D5-962E-AF54FA3E5CCA}" srcOrd="1" destOrd="0" parTransId="{8CDE4729-292D-48DA-81D6-99A997CDAD58}" sibTransId="{8860B9FB-19D5-4948-8F07-DD5DEBAC2C08}"/>
    <dgm:cxn modelId="{D4C0F2D3-1B3E-4275-B15E-6F9ED1E4C9E3}" type="presOf" srcId="{A19F84CF-9288-415C-990F-2A71F599A36C}" destId="{A4416069-DB8F-400E-B1D4-5FC70A4E01A0}" srcOrd="0" destOrd="0" presId="urn:microsoft.com/office/officeart/2008/layout/LinedList"/>
    <dgm:cxn modelId="{F36912F2-264F-495A-9C54-3E9977987ECA}" srcId="{97308540-7BA9-46BB-B13F-57BD2D2D3FEC}" destId="{A19F84CF-9288-415C-990F-2A71F599A36C}" srcOrd="0" destOrd="0" parTransId="{A3AC8DCD-6B42-468E-BC38-C1BC840D9A1F}" sibTransId="{E0774DAB-0CE6-4F35-8CFE-1728A096CFD5}"/>
    <dgm:cxn modelId="{F3BBC0F6-7EED-4F3C-9EF9-8DCF49D8BA0D}" type="presOf" srcId="{46F2EE79-803B-45D5-962E-AF54FA3E5CCA}" destId="{E8F378A8-D4E6-416C-A306-F1D095C086B3}" srcOrd="0" destOrd="0" presId="urn:microsoft.com/office/officeart/2008/layout/LinedList"/>
    <dgm:cxn modelId="{D22793FE-2BD6-4A7A-9769-505D1AB92D15}" type="presOf" srcId="{97308540-7BA9-46BB-B13F-57BD2D2D3FEC}" destId="{E26FC294-528D-47C0-8577-4157182FA71E}" srcOrd="0" destOrd="0" presId="urn:microsoft.com/office/officeart/2008/layout/LinedList"/>
    <dgm:cxn modelId="{9EA2D3CB-DADD-4514-B618-8052A7928202}" type="presParOf" srcId="{E26FC294-528D-47C0-8577-4157182FA71E}" destId="{A3BA8934-55F6-4A81-B3A4-FAC1DCC31FB3}" srcOrd="0" destOrd="0" presId="urn:microsoft.com/office/officeart/2008/layout/LinedList"/>
    <dgm:cxn modelId="{6487D783-F435-4475-B564-B0EE876E0D17}" type="presParOf" srcId="{E26FC294-528D-47C0-8577-4157182FA71E}" destId="{1774DC5B-433A-46AD-8C20-6C837CC21701}" srcOrd="1" destOrd="0" presId="urn:microsoft.com/office/officeart/2008/layout/LinedList"/>
    <dgm:cxn modelId="{034289E7-F58E-438C-BF19-03BBBF2D0FE1}" type="presParOf" srcId="{1774DC5B-433A-46AD-8C20-6C837CC21701}" destId="{A4416069-DB8F-400E-B1D4-5FC70A4E01A0}" srcOrd="0" destOrd="0" presId="urn:microsoft.com/office/officeart/2008/layout/LinedList"/>
    <dgm:cxn modelId="{D3A0CBA3-C3E3-46DB-B5CD-1F1D6BE18925}" type="presParOf" srcId="{1774DC5B-433A-46AD-8C20-6C837CC21701}" destId="{5AAF1E3B-A73D-4553-B2B4-8D636FB5AF0F}" srcOrd="1" destOrd="0" presId="urn:microsoft.com/office/officeart/2008/layout/LinedList"/>
    <dgm:cxn modelId="{EF82477F-EE9C-4AD1-A761-32CEB6A230B8}" type="presParOf" srcId="{E26FC294-528D-47C0-8577-4157182FA71E}" destId="{5DFCE208-FA17-4906-878E-9E072AC19600}" srcOrd="2" destOrd="0" presId="urn:microsoft.com/office/officeart/2008/layout/LinedList"/>
    <dgm:cxn modelId="{B7CDB478-A39E-4293-A431-69AF39984BC4}" type="presParOf" srcId="{E26FC294-528D-47C0-8577-4157182FA71E}" destId="{EB90AF13-036A-476C-98E3-35E211DDB3BD}" srcOrd="3" destOrd="0" presId="urn:microsoft.com/office/officeart/2008/layout/LinedList"/>
    <dgm:cxn modelId="{8C41366D-A9A9-4FDA-87B6-B9AC9BD0F7C1}" type="presParOf" srcId="{EB90AF13-036A-476C-98E3-35E211DDB3BD}" destId="{E8F378A8-D4E6-416C-A306-F1D095C086B3}" srcOrd="0" destOrd="0" presId="urn:microsoft.com/office/officeart/2008/layout/LinedList"/>
    <dgm:cxn modelId="{45AC160F-E917-48EF-837F-8CB196D410CA}" type="presParOf" srcId="{EB90AF13-036A-476C-98E3-35E211DDB3BD}" destId="{A244ABB1-F467-4EE3-A7D2-B9BB099962C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05E577-A152-4471-BE35-9C4E1747DBB6}"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en-US"/>
        </a:p>
      </dgm:t>
    </dgm:pt>
    <dgm:pt modelId="{AE54118B-6C10-4427-AE70-FD1B017ECE3A}">
      <dgm:prSet/>
      <dgm:spPr/>
      <dgm:t>
        <a:bodyPr/>
        <a:lstStyle/>
        <a:p>
          <a:r>
            <a:rPr lang="en-US"/>
            <a:t>4-DoF excavator arm (yaw + boom–stick–bucket)</a:t>
          </a:r>
        </a:p>
      </dgm:t>
    </dgm:pt>
    <dgm:pt modelId="{68F8FAFB-8FA5-4FC8-88CB-B1778170F851}" type="parTrans" cxnId="{38B5429D-E11B-4769-B017-79351313C4A6}">
      <dgm:prSet/>
      <dgm:spPr/>
      <dgm:t>
        <a:bodyPr/>
        <a:lstStyle/>
        <a:p>
          <a:endParaRPr lang="en-US"/>
        </a:p>
      </dgm:t>
    </dgm:pt>
    <dgm:pt modelId="{D5A10459-75AE-4524-9D9E-2C78DB2C8F9F}" type="sibTrans" cxnId="{38B5429D-E11B-4769-B017-79351313C4A6}">
      <dgm:prSet/>
      <dgm:spPr/>
      <dgm:t>
        <a:bodyPr/>
        <a:lstStyle/>
        <a:p>
          <a:endParaRPr lang="en-US"/>
        </a:p>
      </dgm:t>
    </dgm:pt>
    <dgm:pt modelId="{06E223E3-B75C-401A-9BDF-D75921680A56}">
      <dgm:prSet/>
      <dgm:spPr/>
      <dgm:t>
        <a:bodyPr/>
        <a:lstStyle/>
        <a:p>
          <a:r>
            <a:rPr lang="en-US"/>
            <a:t>World-frame task-space control [x, y, z, φ]</a:t>
          </a:r>
        </a:p>
      </dgm:t>
    </dgm:pt>
    <dgm:pt modelId="{985EC57C-9371-4AA5-86B8-B99E97C30563}" type="parTrans" cxnId="{F46A8E5A-2AAB-4227-946F-2AE5B9B322BD}">
      <dgm:prSet/>
      <dgm:spPr/>
      <dgm:t>
        <a:bodyPr/>
        <a:lstStyle/>
        <a:p>
          <a:endParaRPr lang="en-US"/>
        </a:p>
      </dgm:t>
    </dgm:pt>
    <dgm:pt modelId="{7DC978AA-0B2B-456E-ACF5-C9795C9FDE88}" type="sibTrans" cxnId="{F46A8E5A-2AAB-4227-946F-2AE5B9B322BD}">
      <dgm:prSet/>
      <dgm:spPr/>
      <dgm:t>
        <a:bodyPr/>
        <a:lstStyle/>
        <a:p>
          <a:endParaRPr lang="en-US"/>
        </a:p>
      </dgm:t>
    </dgm:pt>
    <dgm:pt modelId="{7712552E-793B-4249-98B1-C6B64D5ABB7D}">
      <dgm:prSet/>
      <dgm:spPr/>
      <dgm:t>
        <a:bodyPr/>
        <a:lstStyle/>
        <a:p>
          <a:r>
            <a:rPr lang="en-US"/>
            <a:t>Joint-space MPC with hard constraints</a:t>
          </a:r>
        </a:p>
      </dgm:t>
    </dgm:pt>
    <dgm:pt modelId="{B9F7F784-644C-4D16-9B40-3A184C4CF2D9}" type="parTrans" cxnId="{5F5E3C90-AD2A-4D38-805F-029CB3FDFF10}">
      <dgm:prSet/>
      <dgm:spPr/>
      <dgm:t>
        <a:bodyPr/>
        <a:lstStyle/>
        <a:p>
          <a:endParaRPr lang="en-US"/>
        </a:p>
      </dgm:t>
    </dgm:pt>
    <dgm:pt modelId="{86A363E2-0C2F-48D6-8CAC-5404F3B00851}" type="sibTrans" cxnId="{5F5E3C90-AD2A-4D38-805F-029CB3FDFF10}">
      <dgm:prSet/>
      <dgm:spPr/>
      <dgm:t>
        <a:bodyPr/>
        <a:lstStyle/>
        <a:p>
          <a:endParaRPr lang="en-US"/>
        </a:p>
      </dgm:t>
    </dgm:pt>
    <dgm:pt modelId="{C2691B61-E451-43BE-BCBB-D67D965B3356}" type="pres">
      <dgm:prSet presAssocID="{C905E577-A152-4471-BE35-9C4E1747DBB6}" presName="Name0" presStyleCnt="0">
        <dgm:presLayoutVars>
          <dgm:dir/>
          <dgm:animLvl val="lvl"/>
          <dgm:resizeHandles val="exact"/>
        </dgm:presLayoutVars>
      </dgm:prSet>
      <dgm:spPr/>
    </dgm:pt>
    <dgm:pt modelId="{6A23D867-AB2F-4288-885D-3B2A99B74B91}" type="pres">
      <dgm:prSet presAssocID="{AE54118B-6C10-4427-AE70-FD1B017ECE3A}" presName="linNode" presStyleCnt="0"/>
      <dgm:spPr/>
    </dgm:pt>
    <dgm:pt modelId="{0076C657-1AF8-4FD9-967B-EF81C025FB83}" type="pres">
      <dgm:prSet presAssocID="{AE54118B-6C10-4427-AE70-FD1B017ECE3A}" presName="parentText" presStyleLbl="node1" presStyleIdx="0" presStyleCnt="3">
        <dgm:presLayoutVars>
          <dgm:chMax val="1"/>
          <dgm:bulletEnabled val="1"/>
        </dgm:presLayoutVars>
      </dgm:prSet>
      <dgm:spPr/>
    </dgm:pt>
    <dgm:pt modelId="{160EA1FC-A478-4971-B365-8D0044BD7730}" type="pres">
      <dgm:prSet presAssocID="{D5A10459-75AE-4524-9D9E-2C78DB2C8F9F}" presName="sp" presStyleCnt="0"/>
      <dgm:spPr/>
    </dgm:pt>
    <dgm:pt modelId="{0A63F2BC-C451-48D1-888D-DF45B9E47FF0}" type="pres">
      <dgm:prSet presAssocID="{06E223E3-B75C-401A-9BDF-D75921680A56}" presName="linNode" presStyleCnt="0"/>
      <dgm:spPr/>
    </dgm:pt>
    <dgm:pt modelId="{5855A3FD-F165-475A-9B5D-8013EA37239A}" type="pres">
      <dgm:prSet presAssocID="{06E223E3-B75C-401A-9BDF-D75921680A56}" presName="parentText" presStyleLbl="node1" presStyleIdx="1" presStyleCnt="3">
        <dgm:presLayoutVars>
          <dgm:chMax val="1"/>
          <dgm:bulletEnabled val="1"/>
        </dgm:presLayoutVars>
      </dgm:prSet>
      <dgm:spPr/>
    </dgm:pt>
    <dgm:pt modelId="{BDE4EE9F-8930-4C87-B144-6CD64735B4CA}" type="pres">
      <dgm:prSet presAssocID="{7DC978AA-0B2B-456E-ACF5-C9795C9FDE88}" presName="sp" presStyleCnt="0"/>
      <dgm:spPr/>
    </dgm:pt>
    <dgm:pt modelId="{B3749F75-2A60-4310-B665-1C8866AED850}" type="pres">
      <dgm:prSet presAssocID="{7712552E-793B-4249-98B1-C6B64D5ABB7D}" presName="linNode" presStyleCnt="0"/>
      <dgm:spPr/>
    </dgm:pt>
    <dgm:pt modelId="{E61D7EB0-AF89-4B7F-AE26-A81BC261DB37}" type="pres">
      <dgm:prSet presAssocID="{7712552E-793B-4249-98B1-C6B64D5ABB7D}" presName="parentText" presStyleLbl="node1" presStyleIdx="2" presStyleCnt="3">
        <dgm:presLayoutVars>
          <dgm:chMax val="1"/>
          <dgm:bulletEnabled val="1"/>
        </dgm:presLayoutVars>
      </dgm:prSet>
      <dgm:spPr/>
    </dgm:pt>
  </dgm:ptLst>
  <dgm:cxnLst>
    <dgm:cxn modelId="{8356D808-A656-4C92-A35F-FC74CBDD0694}" type="presOf" srcId="{AE54118B-6C10-4427-AE70-FD1B017ECE3A}" destId="{0076C657-1AF8-4FD9-967B-EF81C025FB83}" srcOrd="0" destOrd="0" presId="urn:microsoft.com/office/officeart/2005/8/layout/vList5"/>
    <dgm:cxn modelId="{D4173547-9FBA-477F-85B8-E50C1F9B3A24}" type="presOf" srcId="{7712552E-793B-4249-98B1-C6B64D5ABB7D}" destId="{E61D7EB0-AF89-4B7F-AE26-A81BC261DB37}" srcOrd="0" destOrd="0" presId="urn:microsoft.com/office/officeart/2005/8/layout/vList5"/>
    <dgm:cxn modelId="{A97B7A69-F921-450D-8376-E8541AB028C5}" type="presOf" srcId="{C905E577-A152-4471-BE35-9C4E1747DBB6}" destId="{C2691B61-E451-43BE-BCBB-D67D965B3356}" srcOrd="0" destOrd="0" presId="urn:microsoft.com/office/officeart/2005/8/layout/vList5"/>
    <dgm:cxn modelId="{F46A8E5A-2AAB-4227-946F-2AE5B9B322BD}" srcId="{C905E577-A152-4471-BE35-9C4E1747DBB6}" destId="{06E223E3-B75C-401A-9BDF-D75921680A56}" srcOrd="1" destOrd="0" parTransId="{985EC57C-9371-4AA5-86B8-B99E97C30563}" sibTransId="{7DC978AA-0B2B-456E-ACF5-C9795C9FDE88}"/>
    <dgm:cxn modelId="{66D77F8D-1F6A-4ADC-BEFB-032251DBE747}" type="presOf" srcId="{06E223E3-B75C-401A-9BDF-D75921680A56}" destId="{5855A3FD-F165-475A-9B5D-8013EA37239A}" srcOrd="0" destOrd="0" presId="urn:microsoft.com/office/officeart/2005/8/layout/vList5"/>
    <dgm:cxn modelId="{5F5E3C90-AD2A-4D38-805F-029CB3FDFF10}" srcId="{C905E577-A152-4471-BE35-9C4E1747DBB6}" destId="{7712552E-793B-4249-98B1-C6B64D5ABB7D}" srcOrd="2" destOrd="0" parTransId="{B9F7F784-644C-4D16-9B40-3A184C4CF2D9}" sibTransId="{86A363E2-0C2F-48D6-8CAC-5404F3B00851}"/>
    <dgm:cxn modelId="{38B5429D-E11B-4769-B017-79351313C4A6}" srcId="{C905E577-A152-4471-BE35-9C4E1747DBB6}" destId="{AE54118B-6C10-4427-AE70-FD1B017ECE3A}" srcOrd="0" destOrd="0" parTransId="{68F8FAFB-8FA5-4FC8-88CB-B1778170F851}" sibTransId="{D5A10459-75AE-4524-9D9E-2C78DB2C8F9F}"/>
    <dgm:cxn modelId="{91AA196B-98D7-4045-B423-BC7C04930B8F}" type="presParOf" srcId="{C2691B61-E451-43BE-BCBB-D67D965B3356}" destId="{6A23D867-AB2F-4288-885D-3B2A99B74B91}" srcOrd="0" destOrd="0" presId="urn:microsoft.com/office/officeart/2005/8/layout/vList5"/>
    <dgm:cxn modelId="{1934C385-F87B-4A5D-8475-D34A566CC5B7}" type="presParOf" srcId="{6A23D867-AB2F-4288-885D-3B2A99B74B91}" destId="{0076C657-1AF8-4FD9-967B-EF81C025FB83}" srcOrd="0" destOrd="0" presId="urn:microsoft.com/office/officeart/2005/8/layout/vList5"/>
    <dgm:cxn modelId="{378E1F5B-29E0-418D-B7D6-D3560527F6FB}" type="presParOf" srcId="{C2691B61-E451-43BE-BCBB-D67D965B3356}" destId="{160EA1FC-A478-4971-B365-8D0044BD7730}" srcOrd="1" destOrd="0" presId="urn:microsoft.com/office/officeart/2005/8/layout/vList5"/>
    <dgm:cxn modelId="{DCC7E133-2431-4BA8-8167-36CE306A8172}" type="presParOf" srcId="{C2691B61-E451-43BE-BCBB-D67D965B3356}" destId="{0A63F2BC-C451-48D1-888D-DF45B9E47FF0}" srcOrd="2" destOrd="0" presId="urn:microsoft.com/office/officeart/2005/8/layout/vList5"/>
    <dgm:cxn modelId="{ED951C14-5472-4845-ADC3-118F5B5F830E}" type="presParOf" srcId="{0A63F2BC-C451-48D1-888D-DF45B9E47FF0}" destId="{5855A3FD-F165-475A-9B5D-8013EA37239A}" srcOrd="0" destOrd="0" presId="urn:microsoft.com/office/officeart/2005/8/layout/vList5"/>
    <dgm:cxn modelId="{33FE8533-A739-409B-9D1B-30C09C54A06B}" type="presParOf" srcId="{C2691B61-E451-43BE-BCBB-D67D965B3356}" destId="{BDE4EE9F-8930-4C87-B144-6CD64735B4CA}" srcOrd="3" destOrd="0" presId="urn:microsoft.com/office/officeart/2005/8/layout/vList5"/>
    <dgm:cxn modelId="{CED99073-86A0-4BE0-8C45-500DEBF43F2F}" type="presParOf" srcId="{C2691B61-E451-43BE-BCBB-D67D965B3356}" destId="{B3749F75-2A60-4310-B665-1C8866AED850}" srcOrd="4" destOrd="0" presId="urn:microsoft.com/office/officeart/2005/8/layout/vList5"/>
    <dgm:cxn modelId="{ED49BD0B-EEE0-40CE-B581-335EE5EDC4D2}" type="presParOf" srcId="{B3749F75-2A60-4310-B665-1C8866AED850}" destId="{E61D7EB0-AF89-4B7F-AE26-A81BC261DB37}"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FE0B7B-F9D6-4912-9B93-793BC8AC426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4B773886-DFFA-4DD7-AB58-4B10A7E36CA8}">
      <dgm:prSet/>
      <dgm:spPr/>
      <dgm:t>
        <a:bodyPr/>
        <a:lstStyle/>
        <a:p>
          <a:r>
            <a:rPr lang="en-US"/>
            <a:t>State: x = [q, q̇],  q = [yaw, α, β, γ]</a:t>
          </a:r>
        </a:p>
      </dgm:t>
    </dgm:pt>
    <dgm:pt modelId="{CD8B7FDB-760E-42B4-8BC2-7E533A615694}" type="parTrans" cxnId="{BA71DB75-138F-4A2E-9279-A98CB1AA6058}">
      <dgm:prSet/>
      <dgm:spPr/>
      <dgm:t>
        <a:bodyPr/>
        <a:lstStyle/>
        <a:p>
          <a:endParaRPr lang="en-US"/>
        </a:p>
      </dgm:t>
    </dgm:pt>
    <dgm:pt modelId="{8785140E-44E5-4589-AE23-1946B65A497A}" type="sibTrans" cxnId="{BA71DB75-138F-4A2E-9279-A98CB1AA6058}">
      <dgm:prSet/>
      <dgm:spPr/>
      <dgm:t>
        <a:bodyPr/>
        <a:lstStyle/>
        <a:p>
          <a:endParaRPr lang="en-US"/>
        </a:p>
      </dgm:t>
    </dgm:pt>
    <dgm:pt modelId="{51469D8C-0595-41A3-9571-15BBD3EB0CAA}">
      <dgm:prSet/>
      <dgm:spPr/>
      <dgm:t>
        <a:bodyPr/>
        <a:lstStyle/>
        <a:p>
          <a:r>
            <a:rPr lang="en-US"/>
            <a:t>Input: u = q̈ (joint accelerations)</a:t>
          </a:r>
        </a:p>
      </dgm:t>
    </dgm:pt>
    <dgm:pt modelId="{40C8CC8D-080E-4AF4-9572-6B1E6062220A}" type="parTrans" cxnId="{DD3FDAA7-547B-4BC0-90C6-DD0144D0AA48}">
      <dgm:prSet/>
      <dgm:spPr/>
      <dgm:t>
        <a:bodyPr/>
        <a:lstStyle/>
        <a:p>
          <a:endParaRPr lang="en-US"/>
        </a:p>
      </dgm:t>
    </dgm:pt>
    <dgm:pt modelId="{4A1C5075-85EE-48E0-A1C7-E3F2FB41EB86}" type="sibTrans" cxnId="{DD3FDAA7-547B-4BC0-90C6-DD0144D0AA48}">
      <dgm:prSet/>
      <dgm:spPr/>
      <dgm:t>
        <a:bodyPr/>
        <a:lstStyle/>
        <a:p>
          <a:endParaRPr lang="en-US"/>
        </a:p>
      </dgm:t>
    </dgm:pt>
    <dgm:pt modelId="{1B7244A0-AEF5-4DD5-AC6A-43E2C15F412A}">
      <dgm:prSet/>
      <dgm:spPr/>
      <dgm:t>
        <a:bodyPr/>
        <a:lstStyle/>
        <a:p>
          <a:r>
            <a:rPr lang="en-US"/>
            <a:t>Prediction model: joint-space double integrator</a:t>
          </a:r>
        </a:p>
      </dgm:t>
    </dgm:pt>
    <dgm:pt modelId="{0A1E817C-1FC8-40BE-BBB6-80FF1643EE4F}" type="parTrans" cxnId="{1D7D51A8-D819-432D-9F59-E91817C626C6}">
      <dgm:prSet/>
      <dgm:spPr/>
      <dgm:t>
        <a:bodyPr/>
        <a:lstStyle/>
        <a:p>
          <a:endParaRPr lang="en-US"/>
        </a:p>
      </dgm:t>
    </dgm:pt>
    <dgm:pt modelId="{DF774A8D-6BB6-41C8-92D9-1D27C7B8BD54}" type="sibTrans" cxnId="{1D7D51A8-D819-432D-9F59-E91817C626C6}">
      <dgm:prSet/>
      <dgm:spPr/>
      <dgm:t>
        <a:bodyPr/>
        <a:lstStyle/>
        <a:p>
          <a:endParaRPr lang="en-US"/>
        </a:p>
      </dgm:t>
    </dgm:pt>
    <dgm:pt modelId="{DD4185CC-1ABD-4F4D-8429-D9E768A7FE96}" type="pres">
      <dgm:prSet presAssocID="{78FE0B7B-F9D6-4912-9B93-793BC8AC426E}" presName="root" presStyleCnt="0">
        <dgm:presLayoutVars>
          <dgm:dir/>
          <dgm:resizeHandles val="exact"/>
        </dgm:presLayoutVars>
      </dgm:prSet>
      <dgm:spPr/>
    </dgm:pt>
    <dgm:pt modelId="{BA031C80-AB58-4499-9BF5-A7FC979C02B3}" type="pres">
      <dgm:prSet presAssocID="{4B773886-DFFA-4DD7-AB58-4B10A7E36CA8}" presName="compNode" presStyleCnt="0"/>
      <dgm:spPr/>
    </dgm:pt>
    <dgm:pt modelId="{354691FF-DC2F-4DB8-8482-AEF9A491AE9A}" type="pres">
      <dgm:prSet presAssocID="{4B773886-DFFA-4DD7-AB58-4B10A7E36CA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322C6D9E-15FC-4120-83A5-5A31590DE597}" type="pres">
      <dgm:prSet presAssocID="{4B773886-DFFA-4DD7-AB58-4B10A7E36CA8}" presName="spaceRect" presStyleCnt="0"/>
      <dgm:spPr/>
    </dgm:pt>
    <dgm:pt modelId="{344555B4-BA47-4086-B5D3-F38B26BB2888}" type="pres">
      <dgm:prSet presAssocID="{4B773886-DFFA-4DD7-AB58-4B10A7E36CA8}" presName="textRect" presStyleLbl="revTx" presStyleIdx="0" presStyleCnt="3">
        <dgm:presLayoutVars>
          <dgm:chMax val="1"/>
          <dgm:chPref val="1"/>
        </dgm:presLayoutVars>
      </dgm:prSet>
      <dgm:spPr/>
    </dgm:pt>
    <dgm:pt modelId="{E2953840-034A-4BDB-9EEC-946E9CB59D64}" type="pres">
      <dgm:prSet presAssocID="{8785140E-44E5-4589-AE23-1946B65A497A}" presName="sibTrans" presStyleCnt="0"/>
      <dgm:spPr/>
    </dgm:pt>
    <dgm:pt modelId="{3BB88EBA-60CD-4D43-98A6-36EEDA894CCB}" type="pres">
      <dgm:prSet presAssocID="{51469D8C-0595-41A3-9571-15BBD3EB0CAA}" presName="compNode" presStyleCnt="0"/>
      <dgm:spPr/>
    </dgm:pt>
    <dgm:pt modelId="{9212D5BE-AAC9-4FA2-AC82-3FE8E10DD47E}" type="pres">
      <dgm:prSet presAssocID="{51469D8C-0595-41A3-9571-15BBD3EB0CA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sion chart"/>
        </a:ext>
      </dgm:extLst>
    </dgm:pt>
    <dgm:pt modelId="{C11ADAD0-CA98-4457-80E3-288655A8C2EF}" type="pres">
      <dgm:prSet presAssocID="{51469D8C-0595-41A3-9571-15BBD3EB0CAA}" presName="spaceRect" presStyleCnt="0"/>
      <dgm:spPr/>
    </dgm:pt>
    <dgm:pt modelId="{BAA2BC8F-B275-4D2F-B0E9-FDE2C4C1A6FE}" type="pres">
      <dgm:prSet presAssocID="{51469D8C-0595-41A3-9571-15BBD3EB0CAA}" presName="textRect" presStyleLbl="revTx" presStyleIdx="1" presStyleCnt="3">
        <dgm:presLayoutVars>
          <dgm:chMax val="1"/>
          <dgm:chPref val="1"/>
        </dgm:presLayoutVars>
      </dgm:prSet>
      <dgm:spPr/>
    </dgm:pt>
    <dgm:pt modelId="{FA70A431-9090-430C-AED0-8D869CCB2EF2}" type="pres">
      <dgm:prSet presAssocID="{4A1C5075-85EE-48E0-A1C7-E3F2FB41EB86}" presName="sibTrans" presStyleCnt="0"/>
      <dgm:spPr/>
    </dgm:pt>
    <dgm:pt modelId="{7A32FFA7-B544-40F9-B2DF-12C59C7CC4AD}" type="pres">
      <dgm:prSet presAssocID="{1B7244A0-AEF5-4DD5-AC6A-43E2C15F412A}" presName="compNode" presStyleCnt="0"/>
      <dgm:spPr/>
    </dgm:pt>
    <dgm:pt modelId="{B0C2F908-53D7-4CD6-827C-F04F9F01DF45}" type="pres">
      <dgm:prSet presAssocID="{1B7244A0-AEF5-4DD5-AC6A-43E2C15F412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B5FE80C8-62B5-4555-9E07-0D7A3F64036A}" type="pres">
      <dgm:prSet presAssocID="{1B7244A0-AEF5-4DD5-AC6A-43E2C15F412A}" presName="spaceRect" presStyleCnt="0"/>
      <dgm:spPr/>
    </dgm:pt>
    <dgm:pt modelId="{630C74E9-1EF5-44F2-8C98-88298B4D440D}" type="pres">
      <dgm:prSet presAssocID="{1B7244A0-AEF5-4DD5-AC6A-43E2C15F412A}" presName="textRect" presStyleLbl="revTx" presStyleIdx="2" presStyleCnt="3">
        <dgm:presLayoutVars>
          <dgm:chMax val="1"/>
          <dgm:chPref val="1"/>
        </dgm:presLayoutVars>
      </dgm:prSet>
      <dgm:spPr/>
    </dgm:pt>
  </dgm:ptLst>
  <dgm:cxnLst>
    <dgm:cxn modelId="{056A5243-D798-4938-B8F9-29AABD055217}" type="presOf" srcId="{51469D8C-0595-41A3-9571-15BBD3EB0CAA}" destId="{BAA2BC8F-B275-4D2F-B0E9-FDE2C4C1A6FE}" srcOrd="0" destOrd="0" presId="urn:microsoft.com/office/officeart/2018/2/layout/IconLabelList"/>
    <dgm:cxn modelId="{FF1CF14B-D50C-4560-B77A-855956B90632}" type="presOf" srcId="{78FE0B7B-F9D6-4912-9B93-793BC8AC426E}" destId="{DD4185CC-1ABD-4F4D-8429-D9E768A7FE96}" srcOrd="0" destOrd="0" presId="urn:microsoft.com/office/officeart/2018/2/layout/IconLabelList"/>
    <dgm:cxn modelId="{F94FBC4C-BCA9-41DE-A8B6-7FFED9B1DCDE}" type="presOf" srcId="{1B7244A0-AEF5-4DD5-AC6A-43E2C15F412A}" destId="{630C74E9-1EF5-44F2-8C98-88298B4D440D}" srcOrd="0" destOrd="0" presId="urn:microsoft.com/office/officeart/2018/2/layout/IconLabelList"/>
    <dgm:cxn modelId="{BA71DB75-138F-4A2E-9279-A98CB1AA6058}" srcId="{78FE0B7B-F9D6-4912-9B93-793BC8AC426E}" destId="{4B773886-DFFA-4DD7-AB58-4B10A7E36CA8}" srcOrd="0" destOrd="0" parTransId="{CD8B7FDB-760E-42B4-8BC2-7E533A615694}" sibTransId="{8785140E-44E5-4589-AE23-1946B65A497A}"/>
    <dgm:cxn modelId="{DD3FDAA7-547B-4BC0-90C6-DD0144D0AA48}" srcId="{78FE0B7B-F9D6-4912-9B93-793BC8AC426E}" destId="{51469D8C-0595-41A3-9571-15BBD3EB0CAA}" srcOrd="1" destOrd="0" parTransId="{40C8CC8D-080E-4AF4-9572-6B1E6062220A}" sibTransId="{4A1C5075-85EE-48E0-A1C7-E3F2FB41EB86}"/>
    <dgm:cxn modelId="{1D7D51A8-D819-432D-9F59-E91817C626C6}" srcId="{78FE0B7B-F9D6-4912-9B93-793BC8AC426E}" destId="{1B7244A0-AEF5-4DD5-AC6A-43E2C15F412A}" srcOrd="2" destOrd="0" parTransId="{0A1E817C-1FC8-40BE-BBB6-80FF1643EE4F}" sibTransId="{DF774A8D-6BB6-41C8-92D9-1D27C7B8BD54}"/>
    <dgm:cxn modelId="{341AE2C3-894A-4476-8729-3A9D878A8390}" type="presOf" srcId="{4B773886-DFFA-4DD7-AB58-4B10A7E36CA8}" destId="{344555B4-BA47-4086-B5D3-F38B26BB2888}" srcOrd="0" destOrd="0" presId="urn:microsoft.com/office/officeart/2018/2/layout/IconLabelList"/>
    <dgm:cxn modelId="{0D1E3DBF-DBF2-4376-8882-B674990AA96B}" type="presParOf" srcId="{DD4185CC-1ABD-4F4D-8429-D9E768A7FE96}" destId="{BA031C80-AB58-4499-9BF5-A7FC979C02B3}" srcOrd="0" destOrd="0" presId="urn:microsoft.com/office/officeart/2018/2/layout/IconLabelList"/>
    <dgm:cxn modelId="{07D1F77B-655A-43F6-AED3-D6F684A82CFE}" type="presParOf" srcId="{BA031C80-AB58-4499-9BF5-A7FC979C02B3}" destId="{354691FF-DC2F-4DB8-8482-AEF9A491AE9A}" srcOrd="0" destOrd="0" presId="urn:microsoft.com/office/officeart/2018/2/layout/IconLabelList"/>
    <dgm:cxn modelId="{13D35A9E-5A71-4F32-830B-03F1F14FF753}" type="presParOf" srcId="{BA031C80-AB58-4499-9BF5-A7FC979C02B3}" destId="{322C6D9E-15FC-4120-83A5-5A31590DE597}" srcOrd="1" destOrd="0" presId="urn:microsoft.com/office/officeart/2018/2/layout/IconLabelList"/>
    <dgm:cxn modelId="{851A5A02-D1A5-43E0-8B3F-9CC4BDA42377}" type="presParOf" srcId="{BA031C80-AB58-4499-9BF5-A7FC979C02B3}" destId="{344555B4-BA47-4086-B5D3-F38B26BB2888}" srcOrd="2" destOrd="0" presId="urn:microsoft.com/office/officeart/2018/2/layout/IconLabelList"/>
    <dgm:cxn modelId="{E9626675-1A34-43C8-8FC9-5D2B8DA30DA2}" type="presParOf" srcId="{DD4185CC-1ABD-4F4D-8429-D9E768A7FE96}" destId="{E2953840-034A-4BDB-9EEC-946E9CB59D64}" srcOrd="1" destOrd="0" presId="urn:microsoft.com/office/officeart/2018/2/layout/IconLabelList"/>
    <dgm:cxn modelId="{9ED20AE3-E251-4FBE-8FE2-1B9C0C28D9E7}" type="presParOf" srcId="{DD4185CC-1ABD-4F4D-8429-D9E768A7FE96}" destId="{3BB88EBA-60CD-4D43-98A6-36EEDA894CCB}" srcOrd="2" destOrd="0" presId="urn:microsoft.com/office/officeart/2018/2/layout/IconLabelList"/>
    <dgm:cxn modelId="{513F0DD4-44A5-4732-B21B-B5AE7F294570}" type="presParOf" srcId="{3BB88EBA-60CD-4D43-98A6-36EEDA894CCB}" destId="{9212D5BE-AAC9-4FA2-AC82-3FE8E10DD47E}" srcOrd="0" destOrd="0" presId="urn:microsoft.com/office/officeart/2018/2/layout/IconLabelList"/>
    <dgm:cxn modelId="{64609EF7-DCD7-4CE3-B8CC-925A6D2CE0E0}" type="presParOf" srcId="{3BB88EBA-60CD-4D43-98A6-36EEDA894CCB}" destId="{C11ADAD0-CA98-4457-80E3-288655A8C2EF}" srcOrd="1" destOrd="0" presId="urn:microsoft.com/office/officeart/2018/2/layout/IconLabelList"/>
    <dgm:cxn modelId="{91173405-F963-49B7-8965-BC9B082BDC64}" type="presParOf" srcId="{3BB88EBA-60CD-4D43-98A6-36EEDA894CCB}" destId="{BAA2BC8F-B275-4D2F-B0E9-FDE2C4C1A6FE}" srcOrd="2" destOrd="0" presId="urn:microsoft.com/office/officeart/2018/2/layout/IconLabelList"/>
    <dgm:cxn modelId="{48F13FDA-07BB-4C46-95D5-0ADCB58F560E}" type="presParOf" srcId="{DD4185CC-1ABD-4F4D-8429-D9E768A7FE96}" destId="{FA70A431-9090-430C-AED0-8D869CCB2EF2}" srcOrd="3" destOrd="0" presId="urn:microsoft.com/office/officeart/2018/2/layout/IconLabelList"/>
    <dgm:cxn modelId="{08555C8B-0986-4F59-AD8B-746530A200AA}" type="presParOf" srcId="{DD4185CC-1ABD-4F4D-8429-D9E768A7FE96}" destId="{7A32FFA7-B544-40F9-B2DF-12C59C7CC4AD}" srcOrd="4" destOrd="0" presId="urn:microsoft.com/office/officeart/2018/2/layout/IconLabelList"/>
    <dgm:cxn modelId="{EBF16D8F-ACAE-4621-B799-48F687D76AA1}" type="presParOf" srcId="{7A32FFA7-B544-40F9-B2DF-12C59C7CC4AD}" destId="{B0C2F908-53D7-4CD6-827C-F04F9F01DF45}" srcOrd="0" destOrd="0" presId="urn:microsoft.com/office/officeart/2018/2/layout/IconLabelList"/>
    <dgm:cxn modelId="{399B3C2B-C054-4CE2-84E7-53D1628EB45A}" type="presParOf" srcId="{7A32FFA7-B544-40F9-B2DF-12C59C7CC4AD}" destId="{B5FE80C8-62B5-4555-9E07-0D7A3F64036A}" srcOrd="1" destOrd="0" presId="urn:microsoft.com/office/officeart/2018/2/layout/IconLabelList"/>
    <dgm:cxn modelId="{E1A81F02-B640-45E4-925E-C9DD2320D1AF}" type="presParOf" srcId="{7A32FFA7-B544-40F9-B2DF-12C59C7CC4AD}" destId="{630C74E9-1EF5-44F2-8C98-88298B4D440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525CD95-0DC9-4B8E-86DD-69EBEEEC2E7B}"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A44433C5-ADD7-41A8-B2FF-BDD2B353738D}">
      <dgm:prSet/>
      <dgm:spPr/>
      <dgm:t>
        <a:bodyPr/>
        <a:lstStyle/>
        <a:p>
          <a:r>
            <a:rPr lang="en-US"/>
            <a:t>qₖ₊₁ = qₖ + q̇ₖ Tₛ + 0.5 uₖ Tₛ²</a:t>
          </a:r>
        </a:p>
      </dgm:t>
    </dgm:pt>
    <dgm:pt modelId="{D3C0CB44-D644-480D-A488-0D4DB589F325}" type="parTrans" cxnId="{BAA0A453-7A69-4435-86C1-9A3C6EC1ED07}">
      <dgm:prSet/>
      <dgm:spPr/>
      <dgm:t>
        <a:bodyPr/>
        <a:lstStyle/>
        <a:p>
          <a:endParaRPr lang="en-US"/>
        </a:p>
      </dgm:t>
    </dgm:pt>
    <dgm:pt modelId="{C8CD9EED-277C-4282-8DD3-F0E7895FA071}" type="sibTrans" cxnId="{BAA0A453-7A69-4435-86C1-9A3C6EC1ED07}">
      <dgm:prSet/>
      <dgm:spPr/>
      <dgm:t>
        <a:bodyPr/>
        <a:lstStyle/>
        <a:p>
          <a:endParaRPr lang="en-US"/>
        </a:p>
      </dgm:t>
    </dgm:pt>
    <dgm:pt modelId="{70CC8ADC-7A2B-4CD9-922D-91DB12BC7951}">
      <dgm:prSet/>
      <dgm:spPr/>
      <dgm:t>
        <a:bodyPr/>
        <a:lstStyle/>
        <a:p>
          <a:r>
            <a:rPr lang="en-US"/>
            <a:t>q̇ₖ₊₁ = q̇ₖ + uₖ Tₛ</a:t>
          </a:r>
        </a:p>
      </dgm:t>
    </dgm:pt>
    <dgm:pt modelId="{244C4D9B-C5F0-445E-AFFD-061B566C2E9A}" type="parTrans" cxnId="{D8468D25-D257-49C8-9B69-EE338E5D97F5}">
      <dgm:prSet/>
      <dgm:spPr/>
      <dgm:t>
        <a:bodyPr/>
        <a:lstStyle/>
        <a:p>
          <a:endParaRPr lang="en-US"/>
        </a:p>
      </dgm:t>
    </dgm:pt>
    <dgm:pt modelId="{D0EB75C4-3666-4531-BDE3-2C4F087CBD09}" type="sibTrans" cxnId="{D8468D25-D257-49C8-9B69-EE338E5D97F5}">
      <dgm:prSet/>
      <dgm:spPr/>
      <dgm:t>
        <a:bodyPr/>
        <a:lstStyle/>
        <a:p>
          <a:endParaRPr lang="en-US"/>
        </a:p>
      </dgm:t>
    </dgm:pt>
    <dgm:pt modelId="{F5A6A604-39F7-4E9F-8FCD-7FCDBD3C4542}">
      <dgm:prSet/>
      <dgm:spPr/>
      <dgm:t>
        <a:bodyPr/>
        <a:lstStyle/>
        <a:p>
          <a:r>
            <a:rPr lang="en-US"/>
            <a:t>Chosen for efficiency and real-time MPC</a:t>
          </a:r>
        </a:p>
      </dgm:t>
    </dgm:pt>
    <dgm:pt modelId="{F9F59F89-AA03-4F4A-819D-FFA24F1F6959}" type="parTrans" cxnId="{243688D3-FBA5-43B1-A489-EB59E6DFB375}">
      <dgm:prSet/>
      <dgm:spPr/>
      <dgm:t>
        <a:bodyPr/>
        <a:lstStyle/>
        <a:p>
          <a:endParaRPr lang="en-US"/>
        </a:p>
      </dgm:t>
    </dgm:pt>
    <dgm:pt modelId="{ED4C871C-F43F-49B9-9805-359156EC503F}" type="sibTrans" cxnId="{243688D3-FBA5-43B1-A489-EB59E6DFB375}">
      <dgm:prSet/>
      <dgm:spPr/>
      <dgm:t>
        <a:bodyPr/>
        <a:lstStyle/>
        <a:p>
          <a:endParaRPr lang="en-US"/>
        </a:p>
      </dgm:t>
    </dgm:pt>
    <dgm:pt modelId="{82D6B666-C3A6-4FBC-A6AB-D64235758DCB}" type="pres">
      <dgm:prSet presAssocID="{0525CD95-0DC9-4B8E-86DD-69EBEEEC2E7B}" presName="diagram" presStyleCnt="0">
        <dgm:presLayoutVars>
          <dgm:chPref val="1"/>
          <dgm:dir/>
          <dgm:animOne val="branch"/>
          <dgm:animLvl val="lvl"/>
          <dgm:resizeHandles/>
        </dgm:presLayoutVars>
      </dgm:prSet>
      <dgm:spPr/>
    </dgm:pt>
    <dgm:pt modelId="{518BC9BB-8423-4E29-9EAF-F27C031B25F9}" type="pres">
      <dgm:prSet presAssocID="{A44433C5-ADD7-41A8-B2FF-BDD2B353738D}" presName="root" presStyleCnt="0"/>
      <dgm:spPr/>
    </dgm:pt>
    <dgm:pt modelId="{5EFC4624-FC68-46FC-A3D2-D55D2BC6E353}" type="pres">
      <dgm:prSet presAssocID="{A44433C5-ADD7-41A8-B2FF-BDD2B353738D}" presName="rootComposite" presStyleCnt="0"/>
      <dgm:spPr/>
    </dgm:pt>
    <dgm:pt modelId="{4383A1CD-04FC-487B-8AB1-CFDCAFB2B9FE}" type="pres">
      <dgm:prSet presAssocID="{A44433C5-ADD7-41A8-B2FF-BDD2B353738D}" presName="rootText" presStyleLbl="node1" presStyleIdx="0" presStyleCnt="3"/>
      <dgm:spPr/>
    </dgm:pt>
    <dgm:pt modelId="{EF024775-BBF3-4033-91BB-771EFAE0BBF7}" type="pres">
      <dgm:prSet presAssocID="{A44433C5-ADD7-41A8-B2FF-BDD2B353738D}" presName="rootConnector" presStyleLbl="node1" presStyleIdx="0" presStyleCnt="3"/>
      <dgm:spPr/>
    </dgm:pt>
    <dgm:pt modelId="{0842CDA9-FBF5-49CC-B708-7984F54AA4D3}" type="pres">
      <dgm:prSet presAssocID="{A44433C5-ADD7-41A8-B2FF-BDD2B353738D}" presName="childShape" presStyleCnt="0"/>
      <dgm:spPr/>
    </dgm:pt>
    <dgm:pt modelId="{981A060E-1F8A-4560-9197-A14C1DA1953C}" type="pres">
      <dgm:prSet presAssocID="{70CC8ADC-7A2B-4CD9-922D-91DB12BC7951}" presName="root" presStyleCnt="0"/>
      <dgm:spPr/>
    </dgm:pt>
    <dgm:pt modelId="{1B17D8BB-E65B-43AE-8D7A-15AD988B2E7C}" type="pres">
      <dgm:prSet presAssocID="{70CC8ADC-7A2B-4CD9-922D-91DB12BC7951}" presName="rootComposite" presStyleCnt="0"/>
      <dgm:spPr/>
    </dgm:pt>
    <dgm:pt modelId="{18CA0A8D-3B50-42D7-A517-0EE0E1D4F1B1}" type="pres">
      <dgm:prSet presAssocID="{70CC8ADC-7A2B-4CD9-922D-91DB12BC7951}" presName="rootText" presStyleLbl="node1" presStyleIdx="1" presStyleCnt="3"/>
      <dgm:spPr/>
    </dgm:pt>
    <dgm:pt modelId="{CF230B77-7503-446D-BA8C-36DAB63C2AF7}" type="pres">
      <dgm:prSet presAssocID="{70CC8ADC-7A2B-4CD9-922D-91DB12BC7951}" presName="rootConnector" presStyleLbl="node1" presStyleIdx="1" presStyleCnt="3"/>
      <dgm:spPr/>
    </dgm:pt>
    <dgm:pt modelId="{7E1D705E-D72B-45D4-A086-15FF56BCD83F}" type="pres">
      <dgm:prSet presAssocID="{70CC8ADC-7A2B-4CD9-922D-91DB12BC7951}" presName="childShape" presStyleCnt="0"/>
      <dgm:spPr/>
    </dgm:pt>
    <dgm:pt modelId="{98CDBA63-CB90-465F-9478-56AF7B1A299D}" type="pres">
      <dgm:prSet presAssocID="{F5A6A604-39F7-4E9F-8FCD-7FCDBD3C4542}" presName="root" presStyleCnt="0"/>
      <dgm:spPr/>
    </dgm:pt>
    <dgm:pt modelId="{0AF1472B-54FE-4353-8B2F-3DFC0286EB86}" type="pres">
      <dgm:prSet presAssocID="{F5A6A604-39F7-4E9F-8FCD-7FCDBD3C4542}" presName="rootComposite" presStyleCnt="0"/>
      <dgm:spPr/>
    </dgm:pt>
    <dgm:pt modelId="{97CA9F03-D27C-41F0-8162-2680AF348E4D}" type="pres">
      <dgm:prSet presAssocID="{F5A6A604-39F7-4E9F-8FCD-7FCDBD3C4542}" presName="rootText" presStyleLbl="node1" presStyleIdx="2" presStyleCnt="3"/>
      <dgm:spPr/>
    </dgm:pt>
    <dgm:pt modelId="{BAFA67F1-8196-4CFA-81C7-276D32EFDD06}" type="pres">
      <dgm:prSet presAssocID="{F5A6A604-39F7-4E9F-8FCD-7FCDBD3C4542}" presName="rootConnector" presStyleLbl="node1" presStyleIdx="2" presStyleCnt="3"/>
      <dgm:spPr/>
    </dgm:pt>
    <dgm:pt modelId="{700FC530-113B-43CE-9A0B-DD51496C2488}" type="pres">
      <dgm:prSet presAssocID="{F5A6A604-39F7-4E9F-8FCD-7FCDBD3C4542}" presName="childShape" presStyleCnt="0"/>
      <dgm:spPr/>
    </dgm:pt>
  </dgm:ptLst>
  <dgm:cxnLst>
    <dgm:cxn modelId="{A0882E0E-3AAB-49EE-A3DE-1C6EE1668D4A}" type="presOf" srcId="{F5A6A604-39F7-4E9F-8FCD-7FCDBD3C4542}" destId="{BAFA67F1-8196-4CFA-81C7-276D32EFDD06}" srcOrd="1" destOrd="0" presId="urn:microsoft.com/office/officeart/2005/8/layout/hierarchy3"/>
    <dgm:cxn modelId="{30E9D523-5761-43F3-B154-8675D28A6643}" type="presOf" srcId="{70CC8ADC-7A2B-4CD9-922D-91DB12BC7951}" destId="{CF230B77-7503-446D-BA8C-36DAB63C2AF7}" srcOrd="1" destOrd="0" presId="urn:microsoft.com/office/officeart/2005/8/layout/hierarchy3"/>
    <dgm:cxn modelId="{D8468D25-D257-49C8-9B69-EE338E5D97F5}" srcId="{0525CD95-0DC9-4B8E-86DD-69EBEEEC2E7B}" destId="{70CC8ADC-7A2B-4CD9-922D-91DB12BC7951}" srcOrd="1" destOrd="0" parTransId="{244C4D9B-C5F0-445E-AFFD-061B566C2E9A}" sibTransId="{D0EB75C4-3666-4531-BDE3-2C4F087CBD09}"/>
    <dgm:cxn modelId="{6ED2CA67-D18E-4B2A-B7F1-BBB2D9DA93E8}" type="presOf" srcId="{A44433C5-ADD7-41A8-B2FF-BDD2B353738D}" destId="{4383A1CD-04FC-487B-8AB1-CFDCAFB2B9FE}" srcOrd="0" destOrd="0" presId="urn:microsoft.com/office/officeart/2005/8/layout/hierarchy3"/>
    <dgm:cxn modelId="{0FCF1A48-348F-455F-BE22-AF6709AA288B}" type="presOf" srcId="{0525CD95-0DC9-4B8E-86DD-69EBEEEC2E7B}" destId="{82D6B666-C3A6-4FBC-A6AB-D64235758DCB}" srcOrd="0" destOrd="0" presId="urn:microsoft.com/office/officeart/2005/8/layout/hierarchy3"/>
    <dgm:cxn modelId="{BAA0A453-7A69-4435-86C1-9A3C6EC1ED07}" srcId="{0525CD95-0DC9-4B8E-86DD-69EBEEEC2E7B}" destId="{A44433C5-ADD7-41A8-B2FF-BDD2B353738D}" srcOrd="0" destOrd="0" parTransId="{D3C0CB44-D644-480D-A488-0D4DB589F325}" sibTransId="{C8CD9EED-277C-4282-8DD3-F0E7895FA071}"/>
    <dgm:cxn modelId="{26790C81-EFF0-4C66-AF49-BA40B65EEF09}" type="presOf" srcId="{A44433C5-ADD7-41A8-B2FF-BDD2B353738D}" destId="{EF024775-BBF3-4033-91BB-771EFAE0BBF7}" srcOrd="1" destOrd="0" presId="urn:microsoft.com/office/officeart/2005/8/layout/hierarchy3"/>
    <dgm:cxn modelId="{D6971898-D613-4892-BBF5-D15B3BD45039}" type="presOf" srcId="{70CC8ADC-7A2B-4CD9-922D-91DB12BC7951}" destId="{18CA0A8D-3B50-42D7-A517-0EE0E1D4F1B1}" srcOrd="0" destOrd="0" presId="urn:microsoft.com/office/officeart/2005/8/layout/hierarchy3"/>
    <dgm:cxn modelId="{86D5B298-4D6D-49CE-80D7-7DA6B5C527B2}" type="presOf" srcId="{F5A6A604-39F7-4E9F-8FCD-7FCDBD3C4542}" destId="{97CA9F03-D27C-41F0-8162-2680AF348E4D}" srcOrd="0" destOrd="0" presId="urn:microsoft.com/office/officeart/2005/8/layout/hierarchy3"/>
    <dgm:cxn modelId="{243688D3-FBA5-43B1-A489-EB59E6DFB375}" srcId="{0525CD95-0DC9-4B8E-86DD-69EBEEEC2E7B}" destId="{F5A6A604-39F7-4E9F-8FCD-7FCDBD3C4542}" srcOrd="2" destOrd="0" parTransId="{F9F59F89-AA03-4F4A-819D-FFA24F1F6959}" sibTransId="{ED4C871C-F43F-49B9-9805-359156EC503F}"/>
    <dgm:cxn modelId="{E1D1E1E3-88C4-4F86-9108-FEAFBA95FEE7}" type="presParOf" srcId="{82D6B666-C3A6-4FBC-A6AB-D64235758DCB}" destId="{518BC9BB-8423-4E29-9EAF-F27C031B25F9}" srcOrd="0" destOrd="0" presId="urn:microsoft.com/office/officeart/2005/8/layout/hierarchy3"/>
    <dgm:cxn modelId="{DF65AB51-D58D-41A8-84AE-22430F621E85}" type="presParOf" srcId="{518BC9BB-8423-4E29-9EAF-F27C031B25F9}" destId="{5EFC4624-FC68-46FC-A3D2-D55D2BC6E353}" srcOrd="0" destOrd="0" presId="urn:microsoft.com/office/officeart/2005/8/layout/hierarchy3"/>
    <dgm:cxn modelId="{885493F1-38DF-4C40-A0D6-11F2CCB7419A}" type="presParOf" srcId="{5EFC4624-FC68-46FC-A3D2-D55D2BC6E353}" destId="{4383A1CD-04FC-487B-8AB1-CFDCAFB2B9FE}" srcOrd="0" destOrd="0" presId="urn:microsoft.com/office/officeart/2005/8/layout/hierarchy3"/>
    <dgm:cxn modelId="{A659D866-5480-434A-9E48-213D0469ED40}" type="presParOf" srcId="{5EFC4624-FC68-46FC-A3D2-D55D2BC6E353}" destId="{EF024775-BBF3-4033-91BB-771EFAE0BBF7}" srcOrd="1" destOrd="0" presId="urn:microsoft.com/office/officeart/2005/8/layout/hierarchy3"/>
    <dgm:cxn modelId="{A24F78A2-5202-4871-A4AF-93D5B8216279}" type="presParOf" srcId="{518BC9BB-8423-4E29-9EAF-F27C031B25F9}" destId="{0842CDA9-FBF5-49CC-B708-7984F54AA4D3}" srcOrd="1" destOrd="0" presId="urn:microsoft.com/office/officeart/2005/8/layout/hierarchy3"/>
    <dgm:cxn modelId="{FAB4B41D-1B31-4E4C-9F9B-AD4E9A64A339}" type="presParOf" srcId="{82D6B666-C3A6-4FBC-A6AB-D64235758DCB}" destId="{981A060E-1F8A-4560-9197-A14C1DA1953C}" srcOrd="1" destOrd="0" presId="urn:microsoft.com/office/officeart/2005/8/layout/hierarchy3"/>
    <dgm:cxn modelId="{D40501B9-B4C0-4E0B-81F1-4B9DFA4A2317}" type="presParOf" srcId="{981A060E-1F8A-4560-9197-A14C1DA1953C}" destId="{1B17D8BB-E65B-43AE-8D7A-15AD988B2E7C}" srcOrd="0" destOrd="0" presId="urn:microsoft.com/office/officeart/2005/8/layout/hierarchy3"/>
    <dgm:cxn modelId="{B770F6B5-8293-41A2-8683-0A05FA8793D3}" type="presParOf" srcId="{1B17D8BB-E65B-43AE-8D7A-15AD988B2E7C}" destId="{18CA0A8D-3B50-42D7-A517-0EE0E1D4F1B1}" srcOrd="0" destOrd="0" presId="urn:microsoft.com/office/officeart/2005/8/layout/hierarchy3"/>
    <dgm:cxn modelId="{FE28921A-04F7-47C2-A284-138E44397BE7}" type="presParOf" srcId="{1B17D8BB-E65B-43AE-8D7A-15AD988B2E7C}" destId="{CF230B77-7503-446D-BA8C-36DAB63C2AF7}" srcOrd="1" destOrd="0" presId="urn:microsoft.com/office/officeart/2005/8/layout/hierarchy3"/>
    <dgm:cxn modelId="{D3251FB4-728B-416B-9C09-7CC46D8AA900}" type="presParOf" srcId="{981A060E-1F8A-4560-9197-A14C1DA1953C}" destId="{7E1D705E-D72B-45D4-A086-15FF56BCD83F}" srcOrd="1" destOrd="0" presId="urn:microsoft.com/office/officeart/2005/8/layout/hierarchy3"/>
    <dgm:cxn modelId="{38CB4D28-FB87-4CE5-BA1D-E47BF01E1677}" type="presParOf" srcId="{82D6B666-C3A6-4FBC-A6AB-D64235758DCB}" destId="{98CDBA63-CB90-465F-9478-56AF7B1A299D}" srcOrd="2" destOrd="0" presId="urn:microsoft.com/office/officeart/2005/8/layout/hierarchy3"/>
    <dgm:cxn modelId="{AE88FD42-2CF0-4CD0-B239-6FABF8462469}" type="presParOf" srcId="{98CDBA63-CB90-465F-9478-56AF7B1A299D}" destId="{0AF1472B-54FE-4353-8B2F-3DFC0286EB86}" srcOrd="0" destOrd="0" presId="urn:microsoft.com/office/officeart/2005/8/layout/hierarchy3"/>
    <dgm:cxn modelId="{B7F2AD5C-1358-4013-B69A-11CD582D4AE0}" type="presParOf" srcId="{0AF1472B-54FE-4353-8B2F-3DFC0286EB86}" destId="{97CA9F03-D27C-41F0-8162-2680AF348E4D}" srcOrd="0" destOrd="0" presId="urn:microsoft.com/office/officeart/2005/8/layout/hierarchy3"/>
    <dgm:cxn modelId="{A1EF4887-AEC1-4516-B8BE-D235CACE9589}" type="presParOf" srcId="{0AF1472B-54FE-4353-8B2F-3DFC0286EB86}" destId="{BAFA67F1-8196-4CFA-81C7-276D32EFDD06}" srcOrd="1" destOrd="0" presId="urn:microsoft.com/office/officeart/2005/8/layout/hierarchy3"/>
    <dgm:cxn modelId="{9B2C80F1-931C-4649-B70C-5F83D19776D1}" type="presParOf" srcId="{98CDBA63-CB90-465F-9478-56AF7B1A299D}" destId="{700FC530-113B-43CE-9A0B-DD51496C2488}"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9634B16-75CB-4701-A9E1-1C95B410CA9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C39E3C4-AFB2-409A-8D10-6C71FE9C2274}">
      <dgm:prSet/>
      <dgm:spPr/>
      <dgm:t>
        <a:bodyPr/>
        <a:lstStyle/>
        <a:p>
          <a:r>
            <a:rPr lang="en-US"/>
            <a:t>Forward kinematics: q → [x_w, y_w, z_w, φ]</a:t>
          </a:r>
        </a:p>
      </dgm:t>
    </dgm:pt>
    <dgm:pt modelId="{02A69AB3-1938-4C70-BE11-34042E808C2C}" type="parTrans" cxnId="{BF8C67AC-1694-450B-9265-D5C1D7AE8F57}">
      <dgm:prSet/>
      <dgm:spPr/>
      <dgm:t>
        <a:bodyPr/>
        <a:lstStyle/>
        <a:p>
          <a:endParaRPr lang="en-US"/>
        </a:p>
      </dgm:t>
    </dgm:pt>
    <dgm:pt modelId="{E41AD3B8-A230-475A-A49D-0E3888F4FCD3}" type="sibTrans" cxnId="{BF8C67AC-1694-450B-9265-D5C1D7AE8F57}">
      <dgm:prSet/>
      <dgm:spPr/>
      <dgm:t>
        <a:bodyPr/>
        <a:lstStyle/>
        <a:p>
          <a:endParaRPr lang="en-US"/>
        </a:p>
      </dgm:t>
    </dgm:pt>
    <dgm:pt modelId="{CE1193E9-7EEB-4024-A38F-031EFF663873}">
      <dgm:prSet/>
      <dgm:spPr/>
      <dgm:t>
        <a:bodyPr/>
        <a:lstStyle/>
        <a:p>
          <a:r>
            <a:rPr lang="en-US"/>
            <a:t>φ = α + β + γ</a:t>
          </a:r>
        </a:p>
      </dgm:t>
    </dgm:pt>
    <dgm:pt modelId="{DA67DACE-4A5F-4671-935C-55559F0A1046}" type="parTrans" cxnId="{89CEB1E8-751E-46E4-9DA2-E3B7DDC5DE88}">
      <dgm:prSet/>
      <dgm:spPr/>
      <dgm:t>
        <a:bodyPr/>
        <a:lstStyle/>
        <a:p>
          <a:endParaRPr lang="en-US"/>
        </a:p>
      </dgm:t>
    </dgm:pt>
    <dgm:pt modelId="{FDCD910D-C380-4E5E-A110-6970E4DCE5FA}" type="sibTrans" cxnId="{89CEB1E8-751E-46E4-9DA2-E3B7DDC5DE88}">
      <dgm:prSet/>
      <dgm:spPr/>
      <dgm:t>
        <a:bodyPr/>
        <a:lstStyle/>
        <a:p>
          <a:endParaRPr lang="en-US"/>
        </a:p>
      </dgm:t>
    </dgm:pt>
    <dgm:pt modelId="{B2FB8349-87DC-44E4-ABA6-1B720A7528BD}">
      <dgm:prSet/>
      <dgm:spPr/>
      <dgm:t>
        <a:bodyPr/>
        <a:lstStyle/>
        <a:p>
          <a:r>
            <a:rPr lang="en-US"/>
            <a:t>Yaw maps planar motion into world XY-plane</a:t>
          </a:r>
        </a:p>
      </dgm:t>
    </dgm:pt>
    <dgm:pt modelId="{AADD52AA-6868-42D8-8C9F-3F64C01D87F1}" type="parTrans" cxnId="{13B960B6-CD74-4D0C-9148-A33917484EC4}">
      <dgm:prSet/>
      <dgm:spPr/>
      <dgm:t>
        <a:bodyPr/>
        <a:lstStyle/>
        <a:p>
          <a:endParaRPr lang="en-US"/>
        </a:p>
      </dgm:t>
    </dgm:pt>
    <dgm:pt modelId="{4D17948A-9324-454F-BCF1-36DD16900CBB}" type="sibTrans" cxnId="{13B960B6-CD74-4D0C-9148-A33917484EC4}">
      <dgm:prSet/>
      <dgm:spPr/>
      <dgm:t>
        <a:bodyPr/>
        <a:lstStyle/>
        <a:p>
          <a:endParaRPr lang="en-US"/>
        </a:p>
      </dgm:t>
    </dgm:pt>
    <dgm:pt modelId="{B9562BF1-DDDB-4A17-9733-4DC5F7F62DA5}" type="pres">
      <dgm:prSet presAssocID="{49634B16-75CB-4701-A9E1-1C95B410CA96}" presName="root" presStyleCnt="0">
        <dgm:presLayoutVars>
          <dgm:dir/>
          <dgm:resizeHandles val="exact"/>
        </dgm:presLayoutVars>
      </dgm:prSet>
      <dgm:spPr/>
    </dgm:pt>
    <dgm:pt modelId="{207F965E-EC84-44D9-AA34-5F16C8BBC5D0}" type="pres">
      <dgm:prSet presAssocID="{EC39E3C4-AFB2-409A-8D10-6C71FE9C2274}" presName="compNode" presStyleCnt="0"/>
      <dgm:spPr/>
    </dgm:pt>
    <dgm:pt modelId="{FAC7670C-668A-4B31-9E59-514B0FB8F0B5}" type="pres">
      <dgm:prSet presAssocID="{EC39E3C4-AFB2-409A-8D10-6C71FE9C22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finity"/>
        </a:ext>
      </dgm:extLst>
    </dgm:pt>
    <dgm:pt modelId="{ED2FA934-1EB8-49CD-837C-A307EBF88820}" type="pres">
      <dgm:prSet presAssocID="{EC39E3C4-AFB2-409A-8D10-6C71FE9C2274}" presName="spaceRect" presStyleCnt="0"/>
      <dgm:spPr/>
    </dgm:pt>
    <dgm:pt modelId="{30790E83-2D63-4D32-84B3-C93317387E89}" type="pres">
      <dgm:prSet presAssocID="{EC39E3C4-AFB2-409A-8D10-6C71FE9C2274}" presName="textRect" presStyleLbl="revTx" presStyleIdx="0" presStyleCnt="3">
        <dgm:presLayoutVars>
          <dgm:chMax val="1"/>
          <dgm:chPref val="1"/>
        </dgm:presLayoutVars>
      </dgm:prSet>
      <dgm:spPr/>
    </dgm:pt>
    <dgm:pt modelId="{FE4F8F74-6E22-4B75-8F95-5BA8292ACFF4}" type="pres">
      <dgm:prSet presAssocID="{E41AD3B8-A230-475A-A49D-0E3888F4FCD3}" presName="sibTrans" presStyleCnt="0"/>
      <dgm:spPr/>
    </dgm:pt>
    <dgm:pt modelId="{9D800CAE-4ED9-4DA8-810D-695E7BAFF652}" type="pres">
      <dgm:prSet presAssocID="{CE1193E9-7EEB-4024-A38F-031EFF663873}" presName="compNode" presStyleCnt="0"/>
      <dgm:spPr/>
    </dgm:pt>
    <dgm:pt modelId="{685FDA9F-445A-4DA6-8EF0-1FC047D6880A}" type="pres">
      <dgm:prSet presAssocID="{CE1193E9-7EEB-4024-A38F-031EFF6638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E41691AA-A137-4519-8EB2-502BC1706542}" type="pres">
      <dgm:prSet presAssocID="{CE1193E9-7EEB-4024-A38F-031EFF663873}" presName="spaceRect" presStyleCnt="0"/>
      <dgm:spPr/>
    </dgm:pt>
    <dgm:pt modelId="{E575FCAC-3AD7-4A3F-8B6F-B606BC9E9745}" type="pres">
      <dgm:prSet presAssocID="{CE1193E9-7EEB-4024-A38F-031EFF663873}" presName="textRect" presStyleLbl="revTx" presStyleIdx="1" presStyleCnt="3">
        <dgm:presLayoutVars>
          <dgm:chMax val="1"/>
          <dgm:chPref val="1"/>
        </dgm:presLayoutVars>
      </dgm:prSet>
      <dgm:spPr/>
    </dgm:pt>
    <dgm:pt modelId="{0D2935DC-7261-494A-951A-2E23E7CED7F3}" type="pres">
      <dgm:prSet presAssocID="{FDCD910D-C380-4E5E-A110-6970E4DCE5FA}" presName="sibTrans" presStyleCnt="0"/>
      <dgm:spPr/>
    </dgm:pt>
    <dgm:pt modelId="{468DEF72-A655-446E-A66B-35A8CABE8072}" type="pres">
      <dgm:prSet presAssocID="{B2FB8349-87DC-44E4-ABA6-1B720A7528BD}" presName="compNode" presStyleCnt="0"/>
      <dgm:spPr/>
    </dgm:pt>
    <dgm:pt modelId="{6BB4F029-CDFD-4446-AB5E-F7CBD64688E9}" type="pres">
      <dgm:prSet presAssocID="{B2FB8349-87DC-44E4-ABA6-1B720A7528B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irplane"/>
        </a:ext>
      </dgm:extLst>
    </dgm:pt>
    <dgm:pt modelId="{F57E1FD5-F352-42F8-9AC5-58FCB471633A}" type="pres">
      <dgm:prSet presAssocID="{B2FB8349-87DC-44E4-ABA6-1B720A7528BD}" presName="spaceRect" presStyleCnt="0"/>
      <dgm:spPr/>
    </dgm:pt>
    <dgm:pt modelId="{A3C0AF1E-D985-4E9A-8680-FCD80269291B}" type="pres">
      <dgm:prSet presAssocID="{B2FB8349-87DC-44E4-ABA6-1B720A7528BD}" presName="textRect" presStyleLbl="revTx" presStyleIdx="2" presStyleCnt="3">
        <dgm:presLayoutVars>
          <dgm:chMax val="1"/>
          <dgm:chPref val="1"/>
        </dgm:presLayoutVars>
      </dgm:prSet>
      <dgm:spPr/>
    </dgm:pt>
  </dgm:ptLst>
  <dgm:cxnLst>
    <dgm:cxn modelId="{D2C5B45B-8ABE-41C1-9956-8CF3345F10E2}" type="presOf" srcId="{B2FB8349-87DC-44E4-ABA6-1B720A7528BD}" destId="{A3C0AF1E-D985-4E9A-8680-FCD80269291B}" srcOrd="0" destOrd="0" presId="urn:microsoft.com/office/officeart/2018/2/layout/IconLabelList"/>
    <dgm:cxn modelId="{BF8C67AC-1694-450B-9265-D5C1D7AE8F57}" srcId="{49634B16-75CB-4701-A9E1-1C95B410CA96}" destId="{EC39E3C4-AFB2-409A-8D10-6C71FE9C2274}" srcOrd="0" destOrd="0" parTransId="{02A69AB3-1938-4C70-BE11-34042E808C2C}" sibTransId="{E41AD3B8-A230-475A-A49D-0E3888F4FCD3}"/>
    <dgm:cxn modelId="{13B960B6-CD74-4D0C-9148-A33917484EC4}" srcId="{49634B16-75CB-4701-A9E1-1C95B410CA96}" destId="{B2FB8349-87DC-44E4-ABA6-1B720A7528BD}" srcOrd="2" destOrd="0" parTransId="{AADD52AA-6868-42D8-8C9F-3F64C01D87F1}" sibTransId="{4D17948A-9324-454F-BCF1-36DD16900CBB}"/>
    <dgm:cxn modelId="{FB431FCE-6EEB-469D-BF40-E72000F91FDF}" type="presOf" srcId="{EC39E3C4-AFB2-409A-8D10-6C71FE9C2274}" destId="{30790E83-2D63-4D32-84B3-C93317387E89}" srcOrd="0" destOrd="0" presId="urn:microsoft.com/office/officeart/2018/2/layout/IconLabelList"/>
    <dgm:cxn modelId="{89CEB1E8-751E-46E4-9DA2-E3B7DDC5DE88}" srcId="{49634B16-75CB-4701-A9E1-1C95B410CA96}" destId="{CE1193E9-7EEB-4024-A38F-031EFF663873}" srcOrd="1" destOrd="0" parTransId="{DA67DACE-4A5F-4671-935C-55559F0A1046}" sibTransId="{FDCD910D-C380-4E5E-A110-6970E4DCE5FA}"/>
    <dgm:cxn modelId="{4578F0EE-3627-4374-92D3-D1AF6E33F72F}" type="presOf" srcId="{CE1193E9-7EEB-4024-A38F-031EFF663873}" destId="{E575FCAC-3AD7-4A3F-8B6F-B606BC9E9745}" srcOrd="0" destOrd="0" presId="urn:microsoft.com/office/officeart/2018/2/layout/IconLabelList"/>
    <dgm:cxn modelId="{9EDA0CF5-478B-479D-8361-056CD31CC125}" type="presOf" srcId="{49634B16-75CB-4701-A9E1-1C95B410CA96}" destId="{B9562BF1-DDDB-4A17-9733-4DC5F7F62DA5}" srcOrd="0" destOrd="0" presId="urn:microsoft.com/office/officeart/2018/2/layout/IconLabelList"/>
    <dgm:cxn modelId="{0590C17A-E2F9-46A4-B762-CD7B135991EA}" type="presParOf" srcId="{B9562BF1-DDDB-4A17-9733-4DC5F7F62DA5}" destId="{207F965E-EC84-44D9-AA34-5F16C8BBC5D0}" srcOrd="0" destOrd="0" presId="urn:microsoft.com/office/officeart/2018/2/layout/IconLabelList"/>
    <dgm:cxn modelId="{D31740A0-1A06-46A5-A8AD-CC3BFA9E51F5}" type="presParOf" srcId="{207F965E-EC84-44D9-AA34-5F16C8BBC5D0}" destId="{FAC7670C-668A-4B31-9E59-514B0FB8F0B5}" srcOrd="0" destOrd="0" presId="urn:microsoft.com/office/officeart/2018/2/layout/IconLabelList"/>
    <dgm:cxn modelId="{9E33C2B2-48D7-4DD0-9C3F-4FAD2FB55868}" type="presParOf" srcId="{207F965E-EC84-44D9-AA34-5F16C8BBC5D0}" destId="{ED2FA934-1EB8-49CD-837C-A307EBF88820}" srcOrd="1" destOrd="0" presId="urn:microsoft.com/office/officeart/2018/2/layout/IconLabelList"/>
    <dgm:cxn modelId="{1D5BD4B2-88E1-4A38-A350-23AFF1C07AE8}" type="presParOf" srcId="{207F965E-EC84-44D9-AA34-5F16C8BBC5D0}" destId="{30790E83-2D63-4D32-84B3-C93317387E89}" srcOrd="2" destOrd="0" presId="urn:microsoft.com/office/officeart/2018/2/layout/IconLabelList"/>
    <dgm:cxn modelId="{B4AF4FDF-6CC8-4658-B8AF-761F223FF6D5}" type="presParOf" srcId="{B9562BF1-DDDB-4A17-9733-4DC5F7F62DA5}" destId="{FE4F8F74-6E22-4B75-8F95-5BA8292ACFF4}" srcOrd="1" destOrd="0" presId="urn:microsoft.com/office/officeart/2018/2/layout/IconLabelList"/>
    <dgm:cxn modelId="{84620BDF-A4B7-4178-9507-5414047674FD}" type="presParOf" srcId="{B9562BF1-DDDB-4A17-9733-4DC5F7F62DA5}" destId="{9D800CAE-4ED9-4DA8-810D-695E7BAFF652}" srcOrd="2" destOrd="0" presId="urn:microsoft.com/office/officeart/2018/2/layout/IconLabelList"/>
    <dgm:cxn modelId="{CBE96FB4-A669-407E-8ED4-5B797AB47D03}" type="presParOf" srcId="{9D800CAE-4ED9-4DA8-810D-695E7BAFF652}" destId="{685FDA9F-445A-4DA6-8EF0-1FC047D6880A}" srcOrd="0" destOrd="0" presId="urn:microsoft.com/office/officeart/2018/2/layout/IconLabelList"/>
    <dgm:cxn modelId="{F71569F8-AF1F-42AF-8A45-BEC78C3CCD51}" type="presParOf" srcId="{9D800CAE-4ED9-4DA8-810D-695E7BAFF652}" destId="{E41691AA-A137-4519-8EB2-502BC1706542}" srcOrd="1" destOrd="0" presId="urn:microsoft.com/office/officeart/2018/2/layout/IconLabelList"/>
    <dgm:cxn modelId="{B18CDDFA-241A-4C26-8DAF-FF020354E123}" type="presParOf" srcId="{9D800CAE-4ED9-4DA8-810D-695E7BAFF652}" destId="{E575FCAC-3AD7-4A3F-8B6F-B606BC9E9745}" srcOrd="2" destOrd="0" presId="urn:microsoft.com/office/officeart/2018/2/layout/IconLabelList"/>
    <dgm:cxn modelId="{03B15EC2-C0EE-4D1D-8C60-DA761CF9A4DB}" type="presParOf" srcId="{B9562BF1-DDDB-4A17-9733-4DC5F7F62DA5}" destId="{0D2935DC-7261-494A-951A-2E23E7CED7F3}" srcOrd="3" destOrd="0" presId="urn:microsoft.com/office/officeart/2018/2/layout/IconLabelList"/>
    <dgm:cxn modelId="{1EA23C60-3B17-480C-BE62-E49E2FF7B01F}" type="presParOf" srcId="{B9562BF1-DDDB-4A17-9733-4DC5F7F62DA5}" destId="{468DEF72-A655-446E-A66B-35A8CABE8072}" srcOrd="4" destOrd="0" presId="urn:microsoft.com/office/officeart/2018/2/layout/IconLabelList"/>
    <dgm:cxn modelId="{4DF11E90-485B-4A0B-90AB-1E14EB999102}" type="presParOf" srcId="{468DEF72-A655-446E-A66B-35A8CABE8072}" destId="{6BB4F029-CDFD-4446-AB5E-F7CBD64688E9}" srcOrd="0" destOrd="0" presId="urn:microsoft.com/office/officeart/2018/2/layout/IconLabelList"/>
    <dgm:cxn modelId="{48B34572-6BE2-4C6A-A4BF-3685FA34AA60}" type="presParOf" srcId="{468DEF72-A655-446E-A66B-35A8CABE8072}" destId="{F57E1FD5-F352-42F8-9AC5-58FCB471633A}" srcOrd="1" destOrd="0" presId="urn:microsoft.com/office/officeart/2018/2/layout/IconLabelList"/>
    <dgm:cxn modelId="{0024F52F-6542-4BB9-9D0B-93665C41F354}" type="presParOf" srcId="{468DEF72-A655-446E-A66B-35A8CABE8072}" destId="{A3C0AF1E-D985-4E9A-8680-FCD80269291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AA83E80-66BB-42CB-83E5-F5BFB6618151}"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C0547E4-E641-498A-981A-3629DF60CC71}">
      <dgm:prSet/>
      <dgm:spPr/>
      <dgm:t>
        <a:bodyPr/>
        <a:lstStyle/>
        <a:p>
          <a:r>
            <a:rPr lang="en-US"/>
            <a:t>Objective: world-frame pose tracking</a:t>
          </a:r>
        </a:p>
      </dgm:t>
    </dgm:pt>
    <dgm:pt modelId="{786E4DFB-7E95-42F4-9923-36D13C6C98A3}" type="parTrans" cxnId="{CE54A5B7-9FDE-42A4-9E20-C20CEDEBAD1F}">
      <dgm:prSet/>
      <dgm:spPr/>
      <dgm:t>
        <a:bodyPr/>
        <a:lstStyle/>
        <a:p>
          <a:endParaRPr lang="en-US"/>
        </a:p>
      </dgm:t>
    </dgm:pt>
    <dgm:pt modelId="{E157E5D9-68B3-4FB0-B84D-3CBDB9D3A7ED}" type="sibTrans" cxnId="{CE54A5B7-9FDE-42A4-9E20-C20CEDEBAD1F}">
      <dgm:prSet/>
      <dgm:spPr/>
      <dgm:t>
        <a:bodyPr/>
        <a:lstStyle/>
        <a:p>
          <a:endParaRPr lang="en-US"/>
        </a:p>
      </dgm:t>
    </dgm:pt>
    <dgm:pt modelId="{5A81AAEB-B56C-4302-9C6E-977BE343CF70}">
      <dgm:prSet/>
      <dgm:spPr/>
      <dgm:t>
        <a:bodyPr/>
        <a:lstStyle/>
        <a:p>
          <a:r>
            <a:rPr lang="en-US"/>
            <a:t>Penalize velocities, control effort, control rate</a:t>
          </a:r>
        </a:p>
      </dgm:t>
    </dgm:pt>
    <dgm:pt modelId="{9D396328-570A-40A5-B14A-444360E458B3}" type="parTrans" cxnId="{7D13B82D-50C8-4081-983F-F5219226AFEC}">
      <dgm:prSet/>
      <dgm:spPr/>
      <dgm:t>
        <a:bodyPr/>
        <a:lstStyle/>
        <a:p>
          <a:endParaRPr lang="en-US"/>
        </a:p>
      </dgm:t>
    </dgm:pt>
    <dgm:pt modelId="{808A0A40-C464-44AF-A47C-778A2F6D6D1D}" type="sibTrans" cxnId="{7D13B82D-50C8-4081-983F-F5219226AFEC}">
      <dgm:prSet/>
      <dgm:spPr/>
      <dgm:t>
        <a:bodyPr/>
        <a:lstStyle/>
        <a:p>
          <a:endParaRPr lang="en-US"/>
        </a:p>
      </dgm:t>
    </dgm:pt>
    <dgm:pt modelId="{5625E7A1-8238-4E89-B01F-E5976BD39BE1}">
      <dgm:prSet/>
      <dgm:spPr/>
      <dgm:t>
        <a:bodyPr/>
        <a:lstStyle/>
        <a:p>
          <a:r>
            <a:rPr lang="en-US"/>
            <a:t>Hard constraints on joints, velocities, accelerations</a:t>
          </a:r>
        </a:p>
      </dgm:t>
    </dgm:pt>
    <dgm:pt modelId="{A4767370-4E4C-4058-BA74-5F12D8D657C0}" type="parTrans" cxnId="{32A1E894-3597-4AE7-BBB9-2E12B06BC66F}">
      <dgm:prSet/>
      <dgm:spPr/>
      <dgm:t>
        <a:bodyPr/>
        <a:lstStyle/>
        <a:p>
          <a:endParaRPr lang="en-US"/>
        </a:p>
      </dgm:t>
    </dgm:pt>
    <dgm:pt modelId="{DCEADF6E-D492-462A-8C22-52FAB5068010}" type="sibTrans" cxnId="{32A1E894-3597-4AE7-BBB9-2E12B06BC66F}">
      <dgm:prSet/>
      <dgm:spPr/>
      <dgm:t>
        <a:bodyPr/>
        <a:lstStyle/>
        <a:p>
          <a:endParaRPr lang="en-US"/>
        </a:p>
      </dgm:t>
    </dgm:pt>
    <dgm:pt modelId="{048E8641-0EEA-4E21-A36F-F0E177EB5FFB}" type="pres">
      <dgm:prSet presAssocID="{2AA83E80-66BB-42CB-83E5-F5BFB6618151}" presName="root" presStyleCnt="0">
        <dgm:presLayoutVars>
          <dgm:dir/>
          <dgm:resizeHandles val="exact"/>
        </dgm:presLayoutVars>
      </dgm:prSet>
      <dgm:spPr/>
    </dgm:pt>
    <dgm:pt modelId="{79C397D8-5B66-4A71-9155-1C9CA8D95BDF}" type="pres">
      <dgm:prSet presAssocID="{AC0547E4-E641-498A-981A-3629DF60CC71}" presName="compNode" presStyleCnt="0"/>
      <dgm:spPr/>
    </dgm:pt>
    <dgm:pt modelId="{6911CFB0-864C-411B-A039-DD70C55D2E93}" type="pres">
      <dgm:prSet presAssocID="{AC0547E4-E641-498A-981A-3629DF60CC7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t Launch"/>
        </a:ext>
      </dgm:extLst>
    </dgm:pt>
    <dgm:pt modelId="{66BC9626-16D9-449E-AFB7-0DC7E772ACEC}" type="pres">
      <dgm:prSet presAssocID="{AC0547E4-E641-498A-981A-3629DF60CC71}" presName="spaceRect" presStyleCnt="0"/>
      <dgm:spPr/>
    </dgm:pt>
    <dgm:pt modelId="{54D08213-72AF-4E63-ABA2-332359934C46}" type="pres">
      <dgm:prSet presAssocID="{AC0547E4-E641-498A-981A-3629DF60CC71}" presName="textRect" presStyleLbl="revTx" presStyleIdx="0" presStyleCnt="3">
        <dgm:presLayoutVars>
          <dgm:chMax val="1"/>
          <dgm:chPref val="1"/>
        </dgm:presLayoutVars>
      </dgm:prSet>
      <dgm:spPr/>
    </dgm:pt>
    <dgm:pt modelId="{EB022AC7-E242-4BAE-8785-4D257E7B081D}" type="pres">
      <dgm:prSet presAssocID="{E157E5D9-68B3-4FB0-B84D-3CBDB9D3A7ED}" presName="sibTrans" presStyleCnt="0"/>
      <dgm:spPr/>
    </dgm:pt>
    <dgm:pt modelId="{C9D2EDAD-8B00-444A-9E06-EA2C72C2F3EA}" type="pres">
      <dgm:prSet presAssocID="{5A81AAEB-B56C-4302-9C6E-977BE343CF70}" presName="compNode" presStyleCnt="0"/>
      <dgm:spPr/>
    </dgm:pt>
    <dgm:pt modelId="{53A71BC6-E5BB-4FCA-A449-1405C53FB769}" type="pres">
      <dgm:prSet presAssocID="{5A81AAEB-B56C-4302-9C6E-977BE343CF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nsfer"/>
        </a:ext>
      </dgm:extLst>
    </dgm:pt>
    <dgm:pt modelId="{9732F426-4DD2-4422-A570-91EB6B647B99}" type="pres">
      <dgm:prSet presAssocID="{5A81AAEB-B56C-4302-9C6E-977BE343CF70}" presName="spaceRect" presStyleCnt="0"/>
      <dgm:spPr/>
    </dgm:pt>
    <dgm:pt modelId="{E559CB49-12B9-422A-B3FC-45E072F4D9F7}" type="pres">
      <dgm:prSet presAssocID="{5A81AAEB-B56C-4302-9C6E-977BE343CF70}" presName="textRect" presStyleLbl="revTx" presStyleIdx="1" presStyleCnt="3">
        <dgm:presLayoutVars>
          <dgm:chMax val="1"/>
          <dgm:chPref val="1"/>
        </dgm:presLayoutVars>
      </dgm:prSet>
      <dgm:spPr/>
    </dgm:pt>
    <dgm:pt modelId="{34A368B8-3101-4A5A-979F-594844E9563C}" type="pres">
      <dgm:prSet presAssocID="{808A0A40-C464-44AF-A47C-778A2F6D6D1D}" presName="sibTrans" presStyleCnt="0"/>
      <dgm:spPr/>
    </dgm:pt>
    <dgm:pt modelId="{89253626-8B9D-45D9-8CA9-CC6067124BC3}" type="pres">
      <dgm:prSet presAssocID="{5625E7A1-8238-4E89-B01F-E5976BD39BE1}" presName="compNode" presStyleCnt="0"/>
      <dgm:spPr/>
    </dgm:pt>
    <dgm:pt modelId="{AF6266F3-DE13-4F01-B042-2FEE655D56FA}" type="pres">
      <dgm:prSet presAssocID="{5625E7A1-8238-4E89-B01F-E5976BD39BE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rcle with Left Arrow"/>
        </a:ext>
      </dgm:extLst>
    </dgm:pt>
    <dgm:pt modelId="{FBE80ACF-6B47-4D9F-9C5F-1C9CA5588AF1}" type="pres">
      <dgm:prSet presAssocID="{5625E7A1-8238-4E89-B01F-E5976BD39BE1}" presName="spaceRect" presStyleCnt="0"/>
      <dgm:spPr/>
    </dgm:pt>
    <dgm:pt modelId="{0D57E3A4-418C-41D7-8BE6-0F3706A00237}" type="pres">
      <dgm:prSet presAssocID="{5625E7A1-8238-4E89-B01F-E5976BD39BE1}" presName="textRect" presStyleLbl="revTx" presStyleIdx="2" presStyleCnt="3">
        <dgm:presLayoutVars>
          <dgm:chMax val="1"/>
          <dgm:chPref val="1"/>
        </dgm:presLayoutVars>
      </dgm:prSet>
      <dgm:spPr/>
    </dgm:pt>
  </dgm:ptLst>
  <dgm:cxnLst>
    <dgm:cxn modelId="{7D13B82D-50C8-4081-983F-F5219226AFEC}" srcId="{2AA83E80-66BB-42CB-83E5-F5BFB6618151}" destId="{5A81AAEB-B56C-4302-9C6E-977BE343CF70}" srcOrd="1" destOrd="0" parTransId="{9D396328-570A-40A5-B14A-444360E458B3}" sibTransId="{808A0A40-C464-44AF-A47C-778A2F6D6D1D}"/>
    <dgm:cxn modelId="{BEC9E844-E74B-43C8-B5B2-C2450449AE3E}" type="presOf" srcId="{5A81AAEB-B56C-4302-9C6E-977BE343CF70}" destId="{E559CB49-12B9-422A-B3FC-45E072F4D9F7}" srcOrd="0" destOrd="0" presId="urn:microsoft.com/office/officeart/2018/2/layout/IconLabelList"/>
    <dgm:cxn modelId="{2F012972-E851-4E3C-AA0F-B04849702CE3}" type="presOf" srcId="{5625E7A1-8238-4E89-B01F-E5976BD39BE1}" destId="{0D57E3A4-418C-41D7-8BE6-0F3706A00237}" srcOrd="0" destOrd="0" presId="urn:microsoft.com/office/officeart/2018/2/layout/IconLabelList"/>
    <dgm:cxn modelId="{36C90674-27DB-42AF-B7D8-B5B21F41B7E8}" type="presOf" srcId="{2AA83E80-66BB-42CB-83E5-F5BFB6618151}" destId="{048E8641-0EEA-4E21-A36F-F0E177EB5FFB}" srcOrd="0" destOrd="0" presId="urn:microsoft.com/office/officeart/2018/2/layout/IconLabelList"/>
    <dgm:cxn modelId="{32A1E894-3597-4AE7-BBB9-2E12B06BC66F}" srcId="{2AA83E80-66BB-42CB-83E5-F5BFB6618151}" destId="{5625E7A1-8238-4E89-B01F-E5976BD39BE1}" srcOrd="2" destOrd="0" parTransId="{A4767370-4E4C-4058-BA74-5F12D8D657C0}" sibTransId="{DCEADF6E-D492-462A-8C22-52FAB5068010}"/>
    <dgm:cxn modelId="{CE54A5B7-9FDE-42A4-9E20-C20CEDEBAD1F}" srcId="{2AA83E80-66BB-42CB-83E5-F5BFB6618151}" destId="{AC0547E4-E641-498A-981A-3629DF60CC71}" srcOrd="0" destOrd="0" parTransId="{786E4DFB-7E95-42F4-9923-36D13C6C98A3}" sibTransId="{E157E5D9-68B3-4FB0-B84D-3CBDB9D3A7ED}"/>
    <dgm:cxn modelId="{3C71D6DE-64E9-44EE-9695-3A3B258025D8}" type="presOf" srcId="{AC0547E4-E641-498A-981A-3629DF60CC71}" destId="{54D08213-72AF-4E63-ABA2-332359934C46}" srcOrd="0" destOrd="0" presId="urn:microsoft.com/office/officeart/2018/2/layout/IconLabelList"/>
    <dgm:cxn modelId="{DA7F0FA2-D325-418E-AB69-B308CD723B14}" type="presParOf" srcId="{048E8641-0EEA-4E21-A36F-F0E177EB5FFB}" destId="{79C397D8-5B66-4A71-9155-1C9CA8D95BDF}" srcOrd="0" destOrd="0" presId="urn:microsoft.com/office/officeart/2018/2/layout/IconLabelList"/>
    <dgm:cxn modelId="{A8B4543C-154B-4B2E-B4CA-36FB2B4FD342}" type="presParOf" srcId="{79C397D8-5B66-4A71-9155-1C9CA8D95BDF}" destId="{6911CFB0-864C-411B-A039-DD70C55D2E93}" srcOrd="0" destOrd="0" presId="urn:microsoft.com/office/officeart/2018/2/layout/IconLabelList"/>
    <dgm:cxn modelId="{360C5262-E3E1-4DE6-9DD6-B7FFB36BE26C}" type="presParOf" srcId="{79C397D8-5B66-4A71-9155-1C9CA8D95BDF}" destId="{66BC9626-16D9-449E-AFB7-0DC7E772ACEC}" srcOrd="1" destOrd="0" presId="urn:microsoft.com/office/officeart/2018/2/layout/IconLabelList"/>
    <dgm:cxn modelId="{930E6180-58A0-4AF6-8421-2517A716BB04}" type="presParOf" srcId="{79C397D8-5B66-4A71-9155-1C9CA8D95BDF}" destId="{54D08213-72AF-4E63-ABA2-332359934C46}" srcOrd="2" destOrd="0" presId="urn:microsoft.com/office/officeart/2018/2/layout/IconLabelList"/>
    <dgm:cxn modelId="{2A96DFBA-5F20-4A5A-A2F5-FF46B51FEC1E}" type="presParOf" srcId="{048E8641-0EEA-4E21-A36F-F0E177EB5FFB}" destId="{EB022AC7-E242-4BAE-8785-4D257E7B081D}" srcOrd="1" destOrd="0" presId="urn:microsoft.com/office/officeart/2018/2/layout/IconLabelList"/>
    <dgm:cxn modelId="{EE9FFF08-F09B-43EE-80D7-8F439E7E5EE5}" type="presParOf" srcId="{048E8641-0EEA-4E21-A36F-F0E177EB5FFB}" destId="{C9D2EDAD-8B00-444A-9E06-EA2C72C2F3EA}" srcOrd="2" destOrd="0" presId="urn:microsoft.com/office/officeart/2018/2/layout/IconLabelList"/>
    <dgm:cxn modelId="{CDB13C45-A1B1-4A69-87EF-5532C18CCDD9}" type="presParOf" srcId="{C9D2EDAD-8B00-444A-9E06-EA2C72C2F3EA}" destId="{53A71BC6-E5BB-4FCA-A449-1405C53FB769}" srcOrd="0" destOrd="0" presId="urn:microsoft.com/office/officeart/2018/2/layout/IconLabelList"/>
    <dgm:cxn modelId="{E26EFC9B-94C4-4CA9-A1DD-B7C45EF9DF9F}" type="presParOf" srcId="{C9D2EDAD-8B00-444A-9E06-EA2C72C2F3EA}" destId="{9732F426-4DD2-4422-A570-91EB6B647B99}" srcOrd="1" destOrd="0" presId="urn:microsoft.com/office/officeart/2018/2/layout/IconLabelList"/>
    <dgm:cxn modelId="{2C6495F4-6E47-403F-AC82-1FD344D96889}" type="presParOf" srcId="{C9D2EDAD-8B00-444A-9E06-EA2C72C2F3EA}" destId="{E559CB49-12B9-422A-B3FC-45E072F4D9F7}" srcOrd="2" destOrd="0" presId="urn:microsoft.com/office/officeart/2018/2/layout/IconLabelList"/>
    <dgm:cxn modelId="{4B079BA0-E185-485A-B706-CACCFFA9C275}" type="presParOf" srcId="{048E8641-0EEA-4E21-A36F-F0E177EB5FFB}" destId="{34A368B8-3101-4A5A-979F-594844E9563C}" srcOrd="3" destOrd="0" presId="urn:microsoft.com/office/officeart/2018/2/layout/IconLabelList"/>
    <dgm:cxn modelId="{F6F3549A-EF34-42E9-9E1F-B5A77F498E46}" type="presParOf" srcId="{048E8641-0EEA-4E21-A36F-F0E177EB5FFB}" destId="{89253626-8B9D-45D9-8CA9-CC6067124BC3}" srcOrd="4" destOrd="0" presId="urn:microsoft.com/office/officeart/2018/2/layout/IconLabelList"/>
    <dgm:cxn modelId="{A2CFB2C6-CFA9-448E-9FDA-926A2E4CD947}" type="presParOf" srcId="{89253626-8B9D-45D9-8CA9-CC6067124BC3}" destId="{AF6266F3-DE13-4F01-B042-2FEE655D56FA}" srcOrd="0" destOrd="0" presId="urn:microsoft.com/office/officeart/2018/2/layout/IconLabelList"/>
    <dgm:cxn modelId="{27660205-E673-41DA-BA92-1A0498693B6F}" type="presParOf" srcId="{89253626-8B9D-45D9-8CA9-CC6067124BC3}" destId="{FBE80ACF-6B47-4D9F-9C5F-1C9CA5588AF1}" srcOrd="1" destOrd="0" presId="urn:microsoft.com/office/officeart/2018/2/layout/IconLabelList"/>
    <dgm:cxn modelId="{1D62D9EA-5B57-4FF0-B963-3035A13AB4CE}" type="presParOf" srcId="{89253626-8B9D-45D9-8CA9-CC6067124BC3}" destId="{0D57E3A4-418C-41D7-8BE6-0F3706A0023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9AA8CA-F8A9-4AE4-A259-F35CA037B576}"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A47B011B-AE65-4CAC-A141-41E56B06C460}">
      <dgm:prSet/>
      <dgm:spPr/>
      <dgm:t>
        <a:bodyPr/>
        <a:lstStyle/>
        <a:p>
          <a:r>
            <a:rPr lang="en-US"/>
            <a:t>Solve</a:t>
          </a:r>
        </a:p>
      </dgm:t>
    </dgm:pt>
    <dgm:pt modelId="{ADBA6C89-CE22-4726-8BAC-0FD97E247B9B}" type="parTrans" cxnId="{0079B068-B398-4715-8855-AD0AE4DC4469}">
      <dgm:prSet/>
      <dgm:spPr/>
      <dgm:t>
        <a:bodyPr/>
        <a:lstStyle/>
        <a:p>
          <a:endParaRPr lang="en-US"/>
        </a:p>
      </dgm:t>
    </dgm:pt>
    <dgm:pt modelId="{E54416A4-DF2A-437A-9521-8A09A977EDEC}" type="sibTrans" cxnId="{0079B068-B398-4715-8855-AD0AE4DC4469}">
      <dgm:prSet/>
      <dgm:spPr/>
      <dgm:t>
        <a:bodyPr/>
        <a:lstStyle/>
        <a:p>
          <a:endParaRPr lang="en-US"/>
        </a:p>
      </dgm:t>
    </dgm:pt>
    <dgm:pt modelId="{0A995B36-A8D4-4294-946B-1592976D93A9}">
      <dgm:prSet/>
      <dgm:spPr/>
      <dgm:t>
        <a:bodyPr/>
        <a:lstStyle/>
        <a:p>
          <a:r>
            <a:rPr lang="en-US"/>
            <a:t>Solve NLP at each control step</a:t>
          </a:r>
        </a:p>
      </dgm:t>
    </dgm:pt>
    <dgm:pt modelId="{750CA6C4-7A2A-4467-A95B-8A9BCF1B7D6F}" type="parTrans" cxnId="{954C6F8D-633E-4A4A-AFE1-62A4210D4851}">
      <dgm:prSet/>
      <dgm:spPr/>
      <dgm:t>
        <a:bodyPr/>
        <a:lstStyle/>
        <a:p>
          <a:endParaRPr lang="en-US"/>
        </a:p>
      </dgm:t>
    </dgm:pt>
    <dgm:pt modelId="{B203AAC9-A9B3-428E-AABB-DB259024D454}" type="sibTrans" cxnId="{954C6F8D-633E-4A4A-AFE1-62A4210D4851}">
      <dgm:prSet/>
      <dgm:spPr/>
      <dgm:t>
        <a:bodyPr/>
        <a:lstStyle/>
        <a:p>
          <a:endParaRPr lang="en-US"/>
        </a:p>
      </dgm:t>
    </dgm:pt>
    <dgm:pt modelId="{4C572FF6-F3C6-4142-B464-E0EC933BB95B}">
      <dgm:prSet/>
      <dgm:spPr/>
      <dgm:t>
        <a:bodyPr/>
        <a:lstStyle/>
        <a:p>
          <a:r>
            <a:rPr lang="en-US"/>
            <a:t>Apply</a:t>
          </a:r>
        </a:p>
      </dgm:t>
    </dgm:pt>
    <dgm:pt modelId="{1F7B16F9-25BE-44DA-AEF5-5F32D4870152}" type="parTrans" cxnId="{6697F65E-AE48-4761-9291-6FA5E0E09657}">
      <dgm:prSet/>
      <dgm:spPr/>
      <dgm:t>
        <a:bodyPr/>
        <a:lstStyle/>
        <a:p>
          <a:endParaRPr lang="en-US"/>
        </a:p>
      </dgm:t>
    </dgm:pt>
    <dgm:pt modelId="{ADDB0F4A-E421-46E7-B0CA-92199D10974A}" type="sibTrans" cxnId="{6697F65E-AE48-4761-9291-6FA5E0E09657}">
      <dgm:prSet/>
      <dgm:spPr/>
      <dgm:t>
        <a:bodyPr/>
        <a:lstStyle/>
        <a:p>
          <a:endParaRPr lang="en-US"/>
        </a:p>
      </dgm:t>
    </dgm:pt>
    <dgm:pt modelId="{7F3C4676-188D-494F-B198-FC4D5B4E72AD}">
      <dgm:prSet/>
      <dgm:spPr/>
      <dgm:t>
        <a:bodyPr/>
        <a:lstStyle/>
        <a:p>
          <a:r>
            <a:rPr lang="en-US"/>
            <a:t>Apply first control input only</a:t>
          </a:r>
        </a:p>
      </dgm:t>
    </dgm:pt>
    <dgm:pt modelId="{301AAB54-1A0F-4E4C-8F42-5670F8C202B5}" type="parTrans" cxnId="{E078F55B-5052-4C4B-9465-C6E33430539B}">
      <dgm:prSet/>
      <dgm:spPr/>
      <dgm:t>
        <a:bodyPr/>
        <a:lstStyle/>
        <a:p>
          <a:endParaRPr lang="en-US"/>
        </a:p>
      </dgm:t>
    </dgm:pt>
    <dgm:pt modelId="{6130B234-205E-4589-AA43-921A19FAABE5}" type="sibTrans" cxnId="{E078F55B-5052-4C4B-9465-C6E33430539B}">
      <dgm:prSet/>
      <dgm:spPr/>
      <dgm:t>
        <a:bodyPr/>
        <a:lstStyle/>
        <a:p>
          <a:endParaRPr lang="en-US"/>
        </a:p>
      </dgm:t>
    </dgm:pt>
    <dgm:pt modelId="{138EDC98-EE74-41EE-9EF5-130B14DB46B4}">
      <dgm:prSet/>
      <dgm:spPr/>
      <dgm:t>
        <a:bodyPr/>
        <a:lstStyle/>
        <a:p>
          <a:r>
            <a:rPr lang="en-US"/>
            <a:t>Warm</a:t>
          </a:r>
        </a:p>
      </dgm:t>
    </dgm:pt>
    <dgm:pt modelId="{D325AA4C-4510-4875-89BD-C918918AF2E7}" type="parTrans" cxnId="{C75D4C12-A09D-45F8-A611-A5A65C67A19F}">
      <dgm:prSet/>
      <dgm:spPr/>
      <dgm:t>
        <a:bodyPr/>
        <a:lstStyle/>
        <a:p>
          <a:endParaRPr lang="en-US"/>
        </a:p>
      </dgm:t>
    </dgm:pt>
    <dgm:pt modelId="{0DFBCEBC-12B1-44D7-ACA0-9D77BD6591BB}" type="sibTrans" cxnId="{C75D4C12-A09D-45F8-A611-A5A65C67A19F}">
      <dgm:prSet/>
      <dgm:spPr/>
      <dgm:t>
        <a:bodyPr/>
        <a:lstStyle/>
        <a:p>
          <a:endParaRPr lang="en-US"/>
        </a:p>
      </dgm:t>
    </dgm:pt>
    <dgm:pt modelId="{85E422C4-8617-44D2-A75B-ECDE64C2F717}">
      <dgm:prSet/>
      <dgm:spPr/>
      <dgm:t>
        <a:bodyPr/>
        <a:lstStyle/>
        <a:p>
          <a:r>
            <a:rPr lang="en-US"/>
            <a:t>Warm-start next iteration by shifting solution</a:t>
          </a:r>
        </a:p>
      </dgm:t>
    </dgm:pt>
    <dgm:pt modelId="{1BEB100B-C4D7-4B92-959D-E0DAA2D05B64}" type="parTrans" cxnId="{8118514D-1F91-45E8-8064-DD687A83AEDC}">
      <dgm:prSet/>
      <dgm:spPr/>
      <dgm:t>
        <a:bodyPr/>
        <a:lstStyle/>
        <a:p>
          <a:endParaRPr lang="en-US"/>
        </a:p>
      </dgm:t>
    </dgm:pt>
    <dgm:pt modelId="{DE0C8D65-8EB8-4B89-B79C-C6BEC36086AB}" type="sibTrans" cxnId="{8118514D-1F91-45E8-8064-DD687A83AEDC}">
      <dgm:prSet/>
      <dgm:spPr/>
      <dgm:t>
        <a:bodyPr/>
        <a:lstStyle/>
        <a:p>
          <a:endParaRPr lang="en-US"/>
        </a:p>
      </dgm:t>
    </dgm:pt>
    <dgm:pt modelId="{8A89E274-5BBF-4994-91E1-DBD919101185}" type="pres">
      <dgm:prSet presAssocID="{639AA8CA-F8A9-4AE4-A259-F35CA037B576}" presName="Name0" presStyleCnt="0">
        <dgm:presLayoutVars>
          <dgm:dir/>
          <dgm:animLvl val="lvl"/>
          <dgm:resizeHandles val="exact"/>
        </dgm:presLayoutVars>
      </dgm:prSet>
      <dgm:spPr/>
    </dgm:pt>
    <dgm:pt modelId="{B62671D5-4BA1-40C6-9FC9-86303A6E2D0B}" type="pres">
      <dgm:prSet presAssocID="{A47B011B-AE65-4CAC-A141-41E56B06C460}" presName="linNode" presStyleCnt="0"/>
      <dgm:spPr/>
    </dgm:pt>
    <dgm:pt modelId="{26E5162F-6DC5-4E8F-9DE0-0F5BA2483183}" type="pres">
      <dgm:prSet presAssocID="{A47B011B-AE65-4CAC-A141-41E56B06C460}" presName="parentText" presStyleLbl="alignNode1" presStyleIdx="0" presStyleCnt="3">
        <dgm:presLayoutVars>
          <dgm:chMax val="1"/>
          <dgm:bulletEnabled/>
        </dgm:presLayoutVars>
      </dgm:prSet>
      <dgm:spPr/>
    </dgm:pt>
    <dgm:pt modelId="{3B495CF8-1301-4949-9EA6-115637BACB15}" type="pres">
      <dgm:prSet presAssocID="{A47B011B-AE65-4CAC-A141-41E56B06C460}" presName="descendantText" presStyleLbl="alignAccFollowNode1" presStyleIdx="0" presStyleCnt="3">
        <dgm:presLayoutVars>
          <dgm:bulletEnabled/>
        </dgm:presLayoutVars>
      </dgm:prSet>
      <dgm:spPr/>
    </dgm:pt>
    <dgm:pt modelId="{0DCCE7D4-655C-428D-8B31-F3841CA1CFA7}" type="pres">
      <dgm:prSet presAssocID="{E54416A4-DF2A-437A-9521-8A09A977EDEC}" presName="sp" presStyleCnt="0"/>
      <dgm:spPr/>
    </dgm:pt>
    <dgm:pt modelId="{1E2FECBC-DB83-4936-9BB0-2E9D96B9E08B}" type="pres">
      <dgm:prSet presAssocID="{4C572FF6-F3C6-4142-B464-E0EC933BB95B}" presName="linNode" presStyleCnt="0"/>
      <dgm:spPr/>
    </dgm:pt>
    <dgm:pt modelId="{5324E3F8-C393-4BD1-A95D-7F9FC0FE59CD}" type="pres">
      <dgm:prSet presAssocID="{4C572FF6-F3C6-4142-B464-E0EC933BB95B}" presName="parentText" presStyleLbl="alignNode1" presStyleIdx="1" presStyleCnt="3">
        <dgm:presLayoutVars>
          <dgm:chMax val="1"/>
          <dgm:bulletEnabled/>
        </dgm:presLayoutVars>
      </dgm:prSet>
      <dgm:spPr/>
    </dgm:pt>
    <dgm:pt modelId="{479420F2-2ED2-4517-AC1B-4B881569F77C}" type="pres">
      <dgm:prSet presAssocID="{4C572FF6-F3C6-4142-B464-E0EC933BB95B}" presName="descendantText" presStyleLbl="alignAccFollowNode1" presStyleIdx="1" presStyleCnt="3">
        <dgm:presLayoutVars>
          <dgm:bulletEnabled/>
        </dgm:presLayoutVars>
      </dgm:prSet>
      <dgm:spPr/>
    </dgm:pt>
    <dgm:pt modelId="{389909A1-2C03-495D-BFFC-BBBE3EF12768}" type="pres">
      <dgm:prSet presAssocID="{ADDB0F4A-E421-46E7-B0CA-92199D10974A}" presName="sp" presStyleCnt="0"/>
      <dgm:spPr/>
    </dgm:pt>
    <dgm:pt modelId="{E3F91138-5DA1-491A-89A6-B008E7197AE2}" type="pres">
      <dgm:prSet presAssocID="{138EDC98-EE74-41EE-9EF5-130B14DB46B4}" presName="linNode" presStyleCnt="0"/>
      <dgm:spPr/>
    </dgm:pt>
    <dgm:pt modelId="{1FBACA43-DD98-4694-BF3A-748D6A8D4717}" type="pres">
      <dgm:prSet presAssocID="{138EDC98-EE74-41EE-9EF5-130B14DB46B4}" presName="parentText" presStyleLbl="alignNode1" presStyleIdx="2" presStyleCnt="3">
        <dgm:presLayoutVars>
          <dgm:chMax val="1"/>
          <dgm:bulletEnabled/>
        </dgm:presLayoutVars>
      </dgm:prSet>
      <dgm:spPr/>
    </dgm:pt>
    <dgm:pt modelId="{B41BCE8E-EC55-49AE-9A01-91A62C99F0CC}" type="pres">
      <dgm:prSet presAssocID="{138EDC98-EE74-41EE-9EF5-130B14DB46B4}" presName="descendantText" presStyleLbl="alignAccFollowNode1" presStyleIdx="2" presStyleCnt="3">
        <dgm:presLayoutVars>
          <dgm:bulletEnabled/>
        </dgm:presLayoutVars>
      </dgm:prSet>
      <dgm:spPr/>
    </dgm:pt>
  </dgm:ptLst>
  <dgm:cxnLst>
    <dgm:cxn modelId="{3A794A02-FE6C-4AED-BFA5-8413CBBC96AC}" type="presOf" srcId="{7F3C4676-188D-494F-B198-FC4D5B4E72AD}" destId="{479420F2-2ED2-4517-AC1B-4B881569F77C}" srcOrd="0" destOrd="0" presId="urn:microsoft.com/office/officeart/2016/7/layout/VerticalSolidActionList"/>
    <dgm:cxn modelId="{C75D4C12-A09D-45F8-A611-A5A65C67A19F}" srcId="{639AA8CA-F8A9-4AE4-A259-F35CA037B576}" destId="{138EDC98-EE74-41EE-9EF5-130B14DB46B4}" srcOrd="2" destOrd="0" parTransId="{D325AA4C-4510-4875-89BD-C918918AF2E7}" sibTransId="{0DFBCEBC-12B1-44D7-ACA0-9D77BD6591BB}"/>
    <dgm:cxn modelId="{499A4027-BE1B-4F0A-BD4E-F7EC78C09002}" type="presOf" srcId="{85E422C4-8617-44D2-A75B-ECDE64C2F717}" destId="{B41BCE8E-EC55-49AE-9A01-91A62C99F0CC}" srcOrd="0" destOrd="0" presId="urn:microsoft.com/office/officeart/2016/7/layout/VerticalSolidActionList"/>
    <dgm:cxn modelId="{E078F55B-5052-4C4B-9465-C6E33430539B}" srcId="{4C572FF6-F3C6-4142-B464-E0EC933BB95B}" destId="{7F3C4676-188D-494F-B198-FC4D5B4E72AD}" srcOrd="0" destOrd="0" parTransId="{301AAB54-1A0F-4E4C-8F42-5670F8C202B5}" sibTransId="{6130B234-205E-4589-AA43-921A19FAABE5}"/>
    <dgm:cxn modelId="{6697F65E-AE48-4761-9291-6FA5E0E09657}" srcId="{639AA8CA-F8A9-4AE4-A259-F35CA037B576}" destId="{4C572FF6-F3C6-4142-B464-E0EC933BB95B}" srcOrd="1" destOrd="0" parTransId="{1F7B16F9-25BE-44DA-AEF5-5F32D4870152}" sibTransId="{ADDB0F4A-E421-46E7-B0CA-92199D10974A}"/>
    <dgm:cxn modelId="{C2DF5544-C7A8-496B-92D9-380B08E1FE1E}" type="presOf" srcId="{A47B011B-AE65-4CAC-A141-41E56B06C460}" destId="{26E5162F-6DC5-4E8F-9DE0-0F5BA2483183}" srcOrd="0" destOrd="0" presId="urn:microsoft.com/office/officeart/2016/7/layout/VerticalSolidActionList"/>
    <dgm:cxn modelId="{0079B068-B398-4715-8855-AD0AE4DC4469}" srcId="{639AA8CA-F8A9-4AE4-A259-F35CA037B576}" destId="{A47B011B-AE65-4CAC-A141-41E56B06C460}" srcOrd="0" destOrd="0" parTransId="{ADBA6C89-CE22-4726-8BAC-0FD97E247B9B}" sibTransId="{E54416A4-DF2A-437A-9521-8A09A977EDEC}"/>
    <dgm:cxn modelId="{8118514D-1F91-45E8-8064-DD687A83AEDC}" srcId="{138EDC98-EE74-41EE-9EF5-130B14DB46B4}" destId="{85E422C4-8617-44D2-A75B-ECDE64C2F717}" srcOrd="0" destOrd="0" parTransId="{1BEB100B-C4D7-4B92-959D-E0DAA2D05B64}" sibTransId="{DE0C8D65-8EB8-4B89-B79C-C6BEC36086AB}"/>
    <dgm:cxn modelId="{45B4F875-97A6-4269-86F5-36F3953BB2CC}" type="presOf" srcId="{0A995B36-A8D4-4294-946B-1592976D93A9}" destId="{3B495CF8-1301-4949-9EA6-115637BACB15}" srcOrd="0" destOrd="0" presId="urn:microsoft.com/office/officeart/2016/7/layout/VerticalSolidActionList"/>
    <dgm:cxn modelId="{02B64356-8C58-4005-9599-58CF0914503B}" type="presOf" srcId="{138EDC98-EE74-41EE-9EF5-130B14DB46B4}" destId="{1FBACA43-DD98-4694-BF3A-748D6A8D4717}" srcOrd="0" destOrd="0" presId="urn:microsoft.com/office/officeart/2016/7/layout/VerticalSolidActionList"/>
    <dgm:cxn modelId="{954C6F8D-633E-4A4A-AFE1-62A4210D4851}" srcId="{A47B011B-AE65-4CAC-A141-41E56B06C460}" destId="{0A995B36-A8D4-4294-946B-1592976D93A9}" srcOrd="0" destOrd="0" parTransId="{750CA6C4-7A2A-4467-A95B-8A9BCF1B7D6F}" sibTransId="{B203AAC9-A9B3-428E-AABB-DB259024D454}"/>
    <dgm:cxn modelId="{C24BCDCF-2042-4C04-9646-E8899FB8949F}" type="presOf" srcId="{4C572FF6-F3C6-4142-B464-E0EC933BB95B}" destId="{5324E3F8-C393-4BD1-A95D-7F9FC0FE59CD}" srcOrd="0" destOrd="0" presId="urn:microsoft.com/office/officeart/2016/7/layout/VerticalSolidActionList"/>
    <dgm:cxn modelId="{4F133CDB-5D43-4C0A-B2BD-819D6C5C3C2E}" type="presOf" srcId="{639AA8CA-F8A9-4AE4-A259-F35CA037B576}" destId="{8A89E274-5BBF-4994-91E1-DBD919101185}" srcOrd="0" destOrd="0" presId="urn:microsoft.com/office/officeart/2016/7/layout/VerticalSolidActionList"/>
    <dgm:cxn modelId="{70F76584-7912-4282-8AE5-5008F54D4FCE}" type="presParOf" srcId="{8A89E274-5BBF-4994-91E1-DBD919101185}" destId="{B62671D5-4BA1-40C6-9FC9-86303A6E2D0B}" srcOrd="0" destOrd="0" presId="urn:microsoft.com/office/officeart/2016/7/layout/VerticalSolidActionList"/>
    <dgm:cxn modelId="{AF5F32C2-EE05-4EF3-A830-DEE5995AB448}" type="presParOf" srcId="{B62671D5-4BA1-40C6-9FC9-86303A6E2D0B}" destId="{26E5162F-6DC5-4E8F-9DE0-0F5BA2483183}" srcOrd="0" destOrd="0" presId="urn:microsoft.com/office/officeart/2016/7/layout/VerticalSolidActionList"/>
    <dgm:cxn modelId="{060FB592-7196-4B2C-BC7F-D802D16FB607}" type="presParOf" srcId="{B62671D5-4BA1-40C6-9FC9-86303A6E2D0B}" destId="{3B495CF8-1301-4949-9EA6-115637BACB15}" srcOrd="1" destOrd="0" presId="urn:microsoft.com/office/officeart/2016/7/layout/VerticalSolidActionList"/>
    <dgm:cxn modelId="{28317D1A-3B9B-43E2-B528-B2C690ECB652}" type="presParOf" srcId="{8A89E274-5BBF-4994-91E1-DBD919101185}" destId="{0DCCE7D4-655C-428D-8B31-F3841CA1CFA7}" srcOrd="1" destOrd="0" presId="urn:microsoft.com/office/officeart/2016/7/layout/VerticalSolidActionList"/>
    <dgm:cxn modelId="{1CF0D7D1-80F4-4A38-BC80-56431188D1A6}" type="presParOf" srcId="{8A89E274-5BBF-4994-91E1-DBD919101185}" destId="{1E2FECBC-DB83-4936-9BB0-2E9D96B9E08B}" srcOrd="2" destOrd="0" presId="urn:microsoft.com/office/officeart/2016/7/layout/VerticalSolidActionList"/>
    <dgm:cxn modelId="{161E2C67-E943-429D-A380-9A7810230BBB}" type="presParOf" srcId="{1E2FECBC-DB83-4936-9BB0-2E9D96B9E08B}" destId="{5324E3F8-C393-4BD1-A95D-7F9FC0FE59CD}" srcOrd="0" destOrd="0" presId="urn:microsoft.com/office/officeart/2016/7/layout/VerticalSolidActionList"/>
    <dgm:cxn modelId="{8BE35C43-D1D7-430F-8D99-3B3B9E977297}" type="presParOf" srcId="{1E2FECBC-DB83-4936-9BB0-2E9D96B9E08B}" destId="{479420F2-2ED2-4517-AC1B-4B881569F77C}" srcOrd="1" destOrd="0" presId="urn:microsoft.com/office/officeart/2016/7/layout/VerticalSolidActionList"/>
    <dgm:cxn modelId="{4C65E739-B063-47C0-A34E-C83C640E403A}" type="presParOf" srcId="{8A89E274-5BBF-4994-91E1-DBD919101185}" destId="{389909A1-2C03-495D-BFFC-BBBE3EF12768}" srcOrd="3" destOrd="0" presId="urn:microsoft.com/office/officeart/2016/7/layout/VerticalSolidActionList"/>
    <dgm:cxn modelId="{33D24131-DA1F-4019-98AC-B5CDEB23728E}" type="presParOf" srcId="{8A89E274-5BBF-4994-91E1-DBD919101185}" destId="{E3F91138-5DA1-491A-89A6-B008E7197AE2}" srcOrd="4" destOrd="0" presId="urn:microsoft.com/office/officeart/2016/7/layout/VerticalSolidActionList"/>
    <dgm:cxn modelId="{6ED4B77F-CB55-467C-85DC-E5B185A6F2C0}" type="presParOf" srcId="{E3F91138-5DA1-491A-89A6-B008E7197AE2}" destId="{1FBACA43-DD98-4694-BF3A-748D6A8D4717}" srcOrd="0" destOrd="0" presId="urn:microsoft.com/office/officeart/2016/7/layout/VerticalSolidActionList"/>
    <dgm:cxn modelId="{53FB6BEA-72CE-4C83-B59B-FACE8A80C0FB}" type="presParOf" srcId="{E3F91138-5DA1-491A-89A6-B008E7197AE2}" destId="{B41BCE8E-EC55-49AE-9A01-91A62C99F0CC}"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A478B4-AFB0-4913-A7CB-6E66A9729926}"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C095855-AEF2-44DC-B8B6-DEC3E42D5B48}">
      <dgm:prSet/>
      <dgm:spPr/>
      <dgm:t>
        <a:bodyPr/>
        <a:lstStyle/>
        <a:p>
          <a:r>
            <a:rPr lang="en-US"/>
            <a:t>Python + CasADi + IPOPT</a:t>
          </a:r>
        </a:p>
      </dgm:t>
    </dgm:pt>
    <dgm:pt modelId="{54BABC22-9241-4CF0-8F9E-A0FDFE2AD8F8}" type="parTrans" cxnId="{8F29C57E-0A4C-4DA0-A205-C0E74254E1ED}">
      <dgm:prSet/>
      <dgm:spPr/>
      <dgm:t>
        <a:bodyPr/>
        <a:lstStyle/>
        <a:p>
          <a:endParaRPr lang="en-US"/>
        </a:p>
      </dgm:t>
    </dgm:pt>
    <dgm:pt modelId="{5D4F1E03-333C-4EA1-9E5C-A8905683F04F}" type="sibTrans" cxnId="{8F29C57E-0A4C-4DA0-A205-C0E74254E1ED}">
      <dgm:prSet/>
      <dgm:spPr/>
      <dgm:t>
        <a:bodyPr/>
        <a:lstStyle/>
        <a:p>
          <a:endParaRPr lang="en-US"/>
        </a:p>
      </dgm:t>
    </dgm:pt>
    <dgm:pt modelId="{199C01FE-FB2F-464E-AA4F-47C743513D75}">
      <dgm:prSet/>
      <dgm:spPr/>
      <dgm:t>
        <a:bodyPr/>
        <a:lstStyle/>
        <a:p>
          <a:r>
            <a:rPr lang="en-US"/>
            <a:t>World-frame FK/IK used in MPC and GUI</a:t>
          </a:r>
        </a:p>
      </dgm:t>
    </dgm:pt>
    <dgm:pt modelId="{0B0F9F42-D1BF-44BD-85EB-C709A0F83F9F}" type="parTrans" cxnId="{D1FC143F-F4D6-4517-8052-7C4F8BC34E38}">
      <dgm:prSet/>
      <dgm:spPr/>
      <dgm:t>
        <a:bodyPr/>
        <a:lstStyle/>
        <a:p>
          <a:endParaRPr lang="en-US"/>
        </a:p>
      </dgm:t>
    </dgm:pt>
    <dgm:pt modelId="{CF7BC9E9-1FCF-46BF-B17C-E2B7969916C1}" type="sibTrans" cxnId="{D1FC143F-F4D6-4517-8052-7C4F8BC34E38}">
      <dgm:prSet/>
      <dgm:spPr/>
      <dgm:t>
        <a:bodyPr/>
        <a:lstStyle/>
        <a:p>
          <a:endParaRPr lang="en-US"/>
        </a:p>
      </dgm:t>
    </dgm:pt>
    <dgm:pt modelId="{80F1D31C-7C83-4DBE-9C6A-25EC19988699}">
      <dgm:prSet/>
      <dgm:spPr/>
      <dgm:t>
        <a:bodyPr/>
        <a:lstStyle/>
        <a:p>
          <a:r>
            <a:rPr lang="en-US"/>
            <a:t>Auxiliary planar model kept for compatibility</a:t>
          </a:r>
        </a:p>
      </dgm:t>
    </dgm:pt>
    <dgm:pt modelId="{B580C92D-7D36-466E-9EE5-C647560EEF22}" type="parTrans" cxnId="{3D11FF0B-F004-4F43-8469-A6E70AB66794}">
      <dgm:prSet/>
      <dgm:spPr/>
      <dgm:t>
        <a:bodyPr/>
        <a:lstStyle/>
        <a:p>
          <a:endParaRPr lang="en-US"/>
        </a:p>
      </dgm:t>
    </dgm:pt>
    <dgm:pt modelId="{DCFD5215-214C-4445-A524-214EAD2AC8EB}" type="sibTrans" cxnId="{3D11FF0B-F004-4F43-8469-A6E70AB66794}">
      <dgm:prSet/>
      <dgm:spPr/>
      <dgm:t>
        <a:bodyPr/>
        <a:lstStyle/>
        <a:p>
          <a:endParaRPr lang="en-US"/>
        </a:p>
      </dgm:t>
    </dgm:pt>
    <dgm:pt modelId="{58BF7C23-3B37-434A-98B3-F14D2462EEB6}" type="pres">
      <dgm:prSet presAssocID="{3DA478B4-AFB0-4913-A7CB-6E66A9729926}" presName="linear" presStyleCnt="0">
        <dgm:presLayoutVars>
          <dgm:animLvl val="lvl"/>
          <dgm:resizeHandles val="exact"/>
        </dgm:presLayoutVars>
      </dgm:prSet>
      <dgm:spPr/>
    </dgm:pt>
    <dgm:pt modelId="{5EBC9DA4-53DE-4E38-BF9A-A7C7B4B8F061}" type="pres">
      <dgm:prSet presAssocID="{3C095855-AEF2-44DC-B8B6-DEC3E42D5B48}" presName="parentText" presStyleLbl="node1" presStyleIdx="0" presStyleCnt="3">
        <dgm:presLayoutVars>
          <dgm:chMax val="0"/>
          <dgm:bulletEnabled val="1"/>
        </dgm:presLayoutVars>
      </dgm:prSet>
      <dgm:spPr/>
    </dgm:pt>
    <dgm:pt modelId="{811A3ABD-3BFC-425F-8BAE-C09251F19AED}" type="pres">
      <dgm:prSet presAssocID="{5D4F1E03-333C-4EA1-9E5C-A8905683F04F}" presName="spacer" presStyleCnt="0"/>
      <dgm:spPr/>
    </dgm:pt>
    <dgm:pt modelId="{5164CFE7-FCCC-41D1-9B92-7BF1CE663D63}" type="pres">
      <dgm:prSet presAssocID="{199C01FE-FB2F-464E-AA4F-47C743513D75}" presName="parentText" presStyleLbl="node1" presStyleIdx="1" presStyleCnt="3">
        <dgm:presLayoutVars>
          <dgm:chMax val="0"/>
          <dgm:bulletEnabled val="1"/>
        </dgm:presLayoutVars>
      </dgm:prSet>
      <dgm:spPr/>
    </dgm:pt>
    <dgm:pt modelId="{D52A31E8-1BC8-4D20-967C-03BC3E889F94}" type="pres">
      <dgm:prSet presAssocID="{CF7BC9E9-1FCF-46BF-B17C-E2B7969916C1}" presName="spacer" presStyleCnt="0"/>
      <dgm:spPr/>
    </dgm:pt>
    <dgm:pt modelId="{44B92BA4-4A3C-43C1-92D3-94F0E8E1F3B1}" type="pres">
      <dgm:prSet presAssocID="{80F1D31C-7C83-4DBE-9C6A-25EC19988699}" presName="parentText" presStyleLbl="node1" presStyleIdx="2" presStyleCnt="3">
        <dgm:presLayoutVars>
          <dgm:chMax val="0"/>
          <dgm:bulletEnabled val="1"/>
        </dgm:presLayoutVars>
      </dgm:prSet>
      <dgm:spPr/>
    </dgm:pt>
  </dgm:ptLst>
  <dgm:cxnLst>
    <dgm:cxn modelId="{3D11FF0B-F004-4F43-8469-A6E70AB66794}" srcId="{3DA478B4-AFB0-4913-A7CB-6E66A9729926}" destId="{80F1D31C-7C83-4DBE-9C6A-25EC19988699}" srcOrd="2" destOrd="0" parTransId="{B580C92D-7D36-466E-9EE5-C647560EEF22}" sibTransId="{DCFD5215-214C-4445-A524-214EAD2AC8EB}"/>
    <dgm:cxn modelId="{D1FC143F-F4D6-4517-8052-7C4F8BC34E38}" srcId="{3DA478B4-AFB0-4913-A7CB-6E66A9729926}" destId="{199C01FE-FB2F-464E-AA4F-47C743513D75}" srcOrd="1" destOrd="0" parTransId="{0B0F9F42-D1BF-44BD-85EB-C709A0F83F9F}" sibTransId="{CF7BC9E9-1FCF-46BF-B17C-E2B7969916C1}"/>
    <dgm:cxn modelId="{243F415C-DEC0-49AA-B99F-E505646B9BB6}" type="presOf" srcId="{199C01FE-FB2F-464E-AA4F-47C743513D75}" destId="{5164CFE7-FCCC-41D1-9B92-7BF1CE663D63}" srcOrd="0" destOrd="0" presId="urn:microsoft.com/office/officeart/2005/8/layout/vList2"/>
    <dgm:cxn modelId="{6CF73079-43F5-4EA9-947A-7DD281F34C96}" type="presOf" srcId="{3C095855-AEF2-44DC-B8B6-DEC3E42D5B48}" destId="{5EBC9DA4-53DE-4E38-BF9A-A7C7B4B8F061}" srcOrd="0" destOrd="0" presId="urn:microsoft.com/office/officeart/2005/8/layout/vList2"/>
    <dgm:cxn modelId="{8F29C57E-0A4C-4DA0-A205-C0E74254E1ED}" srcId="{3DA478B4-AFB0-4913-A7CB-6E66A9729926}" destId="{3C095855-AEF2-44DC-B8B6-DEC3E42D5B48}" srcOrd="0" destOrd="0" parTransId="{54BABC22-9241-4CF0-8F9E-A0FDFE2AD8F8}" sibTransId="{5D4F1E03-333C-4EA1-9E5C-A8905683F04F}"/>
    <dgm:cxn modelId="{D455D787-36BD-44AF-81A1-638598E851BC}" type="presOf" srcId="{80F1D31C-7C83-4DBE-9C6A-25EC19988699}" destId="{44B92BA4-4A3C-43C1-92D3-94F0E8E1F3B1}" srcOrd="0" destOrd="0" presId="urn:microsoft.com/office/officeart/2005/8/layout/vList2"/>
    <dgm:cxn modelId="{E915B9A1-7D97-4795-8597-17FA92B430FA}" type="presOf" srcId="{3DA478B4-AFB0-4913-A7CB-6E66A9729926}" destId="{58BF7C23-3B37-434A-98B3-F14D2462EEB6}" srcOrd="0" destOrd="0" presId="urn:microsoft.com/office/officeart/2005/8/layout/vList2"/>
    <dgm:cxn modelId="{781463E5-0D80-42D6-89DD-2EEE0EE9D9D2}" type="presParOf" srcId="{58BF7C23-3B37-434A-98B3-F14D2462EEB6}" destId="{5EBC9DA4-53DE-4E38-BF9A-A7C7B4B8F061}" srcOrd="0" destOrd="0" presId="urn:microsoft.com/office/officeart/2005/8/layout/vList2"/>
    <dgm:cxn modelId="{C2FDCBF8-35E3-4BB6-A4AE-24C2E012AA2C}" type="presParOf" srcId="{58BF7C23-3B37-434A-98B3-F14D2462EEB6}" destId="{811A3ABD-3BFC-425F-8BAE-C09251F19AED}" srcOrd="1" destOrd="0" presId="urn:microsoft.com/office/officeart/2005/8/layout/vList2"/>
    <dgm:cxn modelId="{9FA1EA5E-EBB7-419F-A6D3-B157C50EEB8F}" type="presParOf" srcId="{58BF7C23-3B37-434A-98B3-F14D2462EEB6}" destId="{5164CFE7-FCCC-41D1-9B92-7BF1CE663D63}" srcOrd="2" destOrd="0" presId="urn:microsoft.com/office/officeart/2005/8/layout/vList2"/>
    <dgm:cxn modelId="{EB0C004A-69F8-4FD0-889F-9FDA54A29CE8}" type="presParOf" srcId="{58BF7C23-3B37-434A-98B3-F14D2462EEB6}" destId="{D52A31E8-1BC8-4D20-967C-03BC3E889F94}" srcOrd="3" destOrd="0" presId="urn:microsoft.com/office/officeart/2005/8/layout/vList2"/>
    <dgm:cxn modelId="{A8E64F0F-4584-4C26-B10D-6555236B55F6}" type="presParOf" srcId="{58BF7C23-3B37-434A-98B3-F14D2462EEB6}" destId="{44B92BA4-4A3C-43C1-92D3-94F0E8E1F3B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BD2F0AD-6155-4CDE-8BC8-B97667FF97AD}"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01EC29B7-9F2F-4D1B-B812-80756461FB55}">
      <dgm:prSet/>
      <dgm:spPr/>
      <dgm:t>
        <a:bodyPr/>
        <a:lstStyle/>
        <a:p>
          <a:r>
            <a:rPr lang="en-US"/>
            <a:t>Accurate tracking of world-frame targets</a:t>
          </a:r>
        </a:p>
      </dgm:t>
    </dgm:pt>
    <dgm:pt modelId="{56BB2C78-7388-42C7-AFDA-E6EF87D63246}" type="parTrans" cxnId="{B7B67572-1DAD-4A50-A267-E45270FD9D1D}">
      <dgm:prSet/>
      <dgm:spPr/>
      <dgm:t>
        <a:bodyPr/>
        <a:lstStyle/>
        <a:p>
          <a:endParaRPr lang="en-US"/>
        </a:p>
      </dgm:t>
    </dgm:pt>
    <dgm:pt modelId="{82E6558F-D16C-49D3-B5E4-4421128AB511}" type="sibTrans" cxnId="{B7B67572-1DAD-4A50-A267-E45270FD9D1D}">
      <dgm:prSet/>
      <dgm:spPr/>
      <dgm:t>
        <a:bodyPr/>
        <a:lstStyle/>
        <a:p>
          <a:endParaRPr lang="en-US"/>
        </a:p>
      </dgm:t>
    </dgm:pt>
    <dgm:pt modelId="{75F6A510-2BB0-4AFE-BBF9-ABA521878672}">
      <dgm:prSet/>
      <dgm:spPr/>
      <dgm:t>
        <a:bodyPr/>
        <a:lstStyle/>
        <a:p>
          <a:r>
            <a:rPr lang="en-US"/>
            <a:t>Smooth joint accelerations</a:t>
          </a:r>
        </a:p>
      </dgm:t>
    </dgm:pt>
    <dgm:pt modelId="{A997FF6F-96A5-4201-8FEF-933963F00E11}" type="parTrans" cxnId="{02F11A3F-28C3-4F11-9A33-4B9B7967E026}">
      <dgm:prSet/>
      <dgm:spPr/>
      <dgm:t>
        <a:bodyPr/>
        <a:lstStyle/>
        <a:p>
          <a:endParaRPr lang="en-US"/>
        </a:p>
      </dgm:t>
    </dgm:pt>
    <dgm:pt modelId="{77A76BD5-F3F9-446C-8724-2650D451C599}" type="sibTrans" cxnId="{02F11A3F-28C3-4F11-9A33-4B9B7967E026}">
      <dgm:prSet/>
      <dgm:spPr/>
      <dgm:t>
        <a:bodyPr/>
        <a:lstStyle/>
        <a:p>
          <a:endParaRPr lang="en-US"/>
        </a:p>
      </dgm:t>
    </dgm:pt>
    <dgm:pt modelId="{7FAAE663-3F5A-4241-BF52-D8715BA98D8A}">
      <dgm:prSet/>
      <dgm:spPr/>
      <dgm:t>
        <a:bodyPr/>
        <a:lstStyle/>
        <a:p>
          <a:r>
            <a:rPr lang="en-US"/>
            <a:t>No constraint violations observed</a:t>
          </a:r>
        </a:p>
      </dgm:t>
    </dgm:pt>
    <dgm:pt modelId="{A35DD6E2-FE1C-4C8C-A53A-56BBCE4D8CDE}" type="parTrans" cxnId="{2F1F2936-2BA6-41AE-8ABB-2C0E7F6E4198}">
      <dgm:prSet/>
      <dgm:spPr/>
      <dgm:t>
        <a:bodyPr/>
        <a:lstStyle/>
        <a:p>
          <a:endParaRPr lang="en-US"/>
        </a:p>
      </dgm:t>
    </dgm:pt>
    <dgm:pt modelId="{E7CB9A06-CD4E-4214-8390-B89F56184F17}" type="sibTrans" cxnId="{2F1F2936-2BA6-41AE-8ABB-2C0E7F6E4198}">
      <dgm:prSet/>
      <dgm:spPr/>
      <dgm:t>
        <a:bodyPr/>
        <a:lstStyle/>
        <a:p>
          <a:endParaRPr lang="en-US"/>
        </a:p>
      </dgm:t>
    </dgm:pt>
    <dgm:pt modelId="{E31B8A1D-9A44-4DE4-9FAB-151683D703DA}" type="pres">
      <dgm:prSet presAssocID="{FBD2F0AD-6155-4CDE-8BC8-B97667FF97AD}" presName="vert0" presStyleCnt="0">
        <dgm:presLayoutVars>
          <dgm:dir/>
          <dgm:animOne val="branch"/>
          <dgm:animLvl val="lvl"/>
        </dgm:presLayoutVars>
      </dgm:prSet>
      <dgm:spPr/>
    </dgm:pt>
    <dgm:pt modelId="{AAC5B64A-254E-4E6D-94E7-3C283781F583}" type="pres">
      <dgm:prSet presAssocID="{01EC29B7-9F2F-4D1B-B812-80756461FB55}" presName="thickLine" presStyleLbl="alignNode1" presStyleIdx="0" presStyleCnt="3"/>
      <dgm:spPr/>
    </dgm:pt>
    <dgm:pt modelId="{1D9B1CD6-8550-4286-B562-4842DA91D4DB}" type="pres">
      <dgm:prSet presAssocID="{01EC29B7-9F2F-4D1B-B812-80756461FB55}" presName="horz1" presStyleCnt="0"/>
      <dgm:spPr/>
    </dgm:pt>
    <dgm:pt modelId="{4310131E-063D-46BE-B665-698F85E7C98F}" type="pres">
      <dgm:prSet presAssocID="{01EC29B7-9F2F-4D1B-B812-80756461FB55}" presName="tx1" presStyleLbl="revTx" presStyleIdx="0" presStyleCnt="3"/>
      <dgm:spPr/>
    </dgm:pt>
    <dgm:pt modelId="{57102F73-FD84-4716-AF41-3264110500AC}" type="pres">
      <dgm:prSet presAssocID="{01EC29B7-9F2F-4D1B-B812-80756461FB55}" presName="vert1" presStyleCnt="0"/>
      <dgm:spPr/>
    </dgm:pt>
    <dgm:pt modelId="{FA8E892E-9A48-448C-A0FF-BC9151553207}" type="pres">
      <dgm:prSet presAssocID="{75F6A510-2BB0-4AFE-BBF9-ABA521878672}" presName="thickLine" presStyleLbl="alignNode1" presStyleIdx="1" presStyleCnt="3"/>
      <dgm:spPr/>
    </dgm:pt>
    <dgm:pt modelId="{2720D0BC-A829-41CE-A3F7-051CF1598937}" type="pres">
      <dgm:prSet presAssocID="{75F6A510-2BB0-4AFE-BBF9-ABA521878672}" presName="horz1" presStyleCnt="0"/>
      <dgm:spPr/>
    </dgm:pt>
    <dgm:pt modelId="{55EA65F4-4DA7-42AC-87AC-BF21AB70ED50}" type="pres">
      <dgm:prSet presAssocID="{75F6A510-2BB0-4AFE-BBF9-ABA521878672}" presName="tx1" presStyleLbl="revTx" presStyleIdx="1" presStyleCnt="3"/>
      <dgm:spPr/>
    </dgm:pt>
    <dgm:pt modelId="{200467BE-D8AF-41EB-9B7D-4C0DE5F10AF5}" type="pres">
      <dgm:prSet presAssocID="{75F6A510-2BB0-4AFE-BBF9-ABA521878672}" presName="vert1" presStyleCnt="0"/>
      <dgm:spPr/>
    </dgm:pt>
    <dgm:pt modelId="{05C853B3-1C6E-4880-8930-A4756016D2C7}" type="pres">
      <dgm:prSet presAssocID="{7FAAE663-3F5A-4241-BF52-D8715BA98D8A}" presName="thickLine" presStyleLbl="alignNode1" presStyleIdx="2" presStyleCnt="3"/>
      <dgm:spPr/>
    </dgm:pt>
    <dgm:pt modelId="{6516CCEE-D4AB-419E-B098-B5B75FA6842F}" type="pres">
      <dgm:prSet presAssocID="{7FAAE663-3F5A-4241-BF52-D8715BA98D8A}" presName="horz1" presStyleCnt="0"/>
      <dgm:spPr/>
    </dgm:pt>
    <dgm:pt modelId="{EF527B67-0FD4-48B7-B3E6-8172283F36E2}" type="pres">
      <dgm:prSet presAssocID="{7FAAE663-3F5A-4241-BF52-D8715BA98D8A}" presName="tx1" presStyleLbl="revTx" presStyleIdx="2" presStyleCnt="3"/>
      <dgm:spPr/>
    </dgm:pt>
    <dgm:pt modelId="{3D1BA71B-9243-44AE-87D1-DB83196FD9C5}" type="pres">
      <dgm:prSet presAssocID="{7FAAE663-3F5A-4241-BF52-D8715BA98D8A}" presName="vert1" presStyleCnt="0"/>
      <dgm:spPr/>
    </dgm:pt>
  </dgm:ptLst>
  <dgm:cxnLst>
    <dgm:cxn modelId="{1DDCEE29-35B1-424A-9769-530588530C54}" type="presOf" srcId="{75F6A510-2BB0-4AFE-BBF9-ABA521878672}" destId="{55EA65F4-4DA7-42AC-87AC-BF21AB70ED50}" srcOrd="0" destOrd="0" presId="urn:microsoft.com/office/officeart/2008/layout/LinedList"/>
    <dgm:cxn modelId="{80A84D31-C236-4C92-B05D-AE0EA2E3C48C}" type="presOf" srcId="{7FAAE663-3F5A-4241-BF52-D8715BA98D8A}" destId="{EF527B67-0FD4-48B7-B3E6-8172283F36E2}" srcOrd="0" destOrd="0" presId="urn:microsoft.com/office/officeart/2008/layout/LinedList"/>
    <dgm:cxn modelId="{2F1F2936-2BA6-41AE-8ABB-2C0E7F6E4198}" srcId="{FBD2F0AD-6155-4CDE-8BC8-B97667FF97AD}" destId="{7FAAE663-3F5A-4241-BF52-D8715BA98D8A}" srcOrd="2" destOrd="0" parTransId="{A35DD6E2-FE1C-4C8C-A53A-56BBCE4D8CDE}" sibTransId="{E7CB9A06-CD4E-4214-8390-B89F56184F17}"/>
    <dgm:cxn modelId="{02F11A3F-28C3-4F11-9A33-4B9B7967E026}" srcId="{FBD2F0AD-6155-4CDE-8BC8-B97667FF97AD}" destId="{75F6A510-2BB0-4AFE-BBF9-ABA521878672}" srcOrd="1" destOrd="0" parTransId="{A997FF6F-96A5-4201-8FEF-933963F00E11}" sibTransId="{77A76BD5-F3F9-446C-8724-2650D451C599}"/>
    <dgm:cxn modelId="{B7B67572-1DAD-4A50-A267-E45270FD9D1D}" srcId="{FBD2F0AD-6155-4CDE-8BC8-B97667FF97AD}" destId="{01EC29B7-9F2F-4D1B-B812-80756461FB55}" srcOrd="0" destOrd="0" parTransId="{56BB2C78-7388-42C7-AFDA-E6EF87D63246}" sibTransId="{82E6558F-D16C-49D3-B5E4-4421128AB511}"/>
    <dgm:cxn modelId="{0B1DF396-7551-4F3E-87FC-6C5265D921E5}" type="presOf" srcId="{FBD2F0AD-6155-4CDE-8BC8-B97667FF97AD}" destId="{E31B8A1D-9A44-4DE4-9FAB-151683D703DA}" srcOrd="0" destOrd="0" presId="urn:microsoft.com/office/officeart/2008/layout/LinedList"/>
    <dgm:cxn modelId="{817AAABC-7691-40AB-B94F-778FDD4BDA82}" type="presOf" srcId="{01EC29B7-9F2F-4D1B-B812-80756461FB55}" destId="{4310131E-063D-46BE-B665-698F85E7C98F}" srcOrd="0" destOrd="0" presId="urn:microsoft.com/office/officeart/2008/layout/LinedList"/>
    <dgm:cxn modelId="{8D92F64E-32D8-4162-B319-DF422BBC4661}" type="presParOf" srcId="{E31B8A1D-9A44-4DE4-9FAB-151683D703DA}" destId="{AAC5B64A-254E-4E6D-94E7-3C283781F583}" srcOrd="0" destOrd="0" presId="urn:microsoft.com/office/officeart/2008/layout/LinedList"/>
    <dgm:cxn modelId="{388B585B-602B-4ED8-A47E-AE89BF22C555}" type="presParOf" srcId="{E31B8A1D-9A44-4DE4-9FAB-151683D703DA}" destId="{1D9B1CD6-8550-4286-B562-4842DA91D4DB}" srcOrd="1" destOrd="0" presId="urn:microsoft.com/office/officeart/2008/layout/LinedList"/>
    <dgm:cxn modelId="{0108EF66-8072-412B-8AB5-CBE621F028C5}" type="presParOf" srcId="{1D9B1CD6-8550-4286-B562-4842DA91D4DB}" destId="{4310131E-063D-46BE-B665-698F85E7C98F}" srcOrd="0" destOrd="0" presId="urn:microsoft.com/office/officeart/2008/layout/LinedList"/>
    <dgm:cxn modelId="{5FB62D9C-C86B-41C3-871E-584A49DBD8FF}" type="presParOf" srcId="{1D9B1CD6-8550-4286-B562-4842DA91D4DB}" destId="{57102F73-FD84-4716-AF41-3264110500AC}" srcOrd="1" destOrd="0" presId="urn:microsoft.com/office/officeart/2008/layout/LinedList"/>
    <dgm:cxn modelId="{77C2CE50-1764-4FEC-9384-A9B1ABAF9BE8}" type="presParOf" srcId="{E31B8A1D-9A44-4DE4-9FAB-151683D703DA}" destId="{FA8E892E-9A48-448C-A0FF-BC9151553207}" srcOrd="2" destOrd="0" presId="urn:microsoft.com/office/officeart/2008/layout/LinedList"/>
    <dgm:cxn modelId="{9E8D9314-7DD2-47AD-A11D-6519225C9770}" type="presParOf" srcId="{E31B8A1D-9A44-4DE4-9FAB-151683D703DA}" destId="{2720D0BC-A829-41CE-A3F7-051CF1598937}" srcOrd="3" destOrd="0" presId="urn:microsoft.com/office/officeart/2008/layout/LinedList"/>
    <dgm:cxn modelId="{DAF527D6-152F-425C-BFD5-1D816BEEEF74}" type="presParOf" srcId="{2720D0BC-A829-41CE-A3F7-051CF1598937}" destId="{55EA65F4-4DA7-42AC-87AC-BF21AB70ED50}" srcOrd="0" destOrd="0" presId="urn:microsoft.com/office/officeart/2008/layout/LinedList"/>
    <dgm:cxn modelId="{FC8B0DF4-149A-49CE-B6D7-EEC14D8B94FA}" type="presParOf" srcId="{2720D0BC-A829-41CE-A3F7-051CF1598937}" destId="{200467BE-D8AF-41EB-9B7D-4C0DE5F10AF5}" srcOrd="1" destOrd="0" presId="urn:microsoft.com/office/officeart/2008/layout/LinedList"/>
    <dgm:cxn modelId="{E43A8A24-30AE-476C-ACF6-C0F98D53E981}" type="presParOf" srcId="{E31B8A1D-9A44-4DE4-9FAB-151683D703DA}" destId="{05C853B3-1C6E-4880-8930-A4756016D2C7}" srcOrd="4" destOrd="0" presId="urn:microsoft.com/office/officeart/2008/layout/LinedList"/>
    <dgm:cxn modelId="{D0772D57-F4B7-4CEF-89BC-29F41A27B8EA}" type="presParOf" srcId="{E31B8A1D-9A44-4DE4-9FAB-151683D703DA}" destId="{6516CCEE-D4AB-419E-B098-B5B75FA6842F}" srcOrd="5" destOrd="0" presId="urn:microsoft.com/office/officeart/2008/layout/LinedList"/>
    <dgm:cxn modelId="{4F1A289A-FB95-41B4-99E6-1ABE4B64C814}" type="presParOf" srcId="{6516CCEE-D4AB-419E-B098-B5B75FA6842F}" destId="{EF527B67-0FD4-48B7-B3E6-8172283F36E2}" srcOrd="0" destOrd="0" presId="urn:microsoft.com/office/officeart/2008/layout/LinedList"/>
    <dgm:cxn modelId="{7095E16D-31CE-422E-8B29-AD63D105FDFC}" type="presParOf" srcId="{6516CCEE-D4AB-419E-B098-B5B75FA6842F}" destId="{3D1BA71B-9243-44AE-87D1-DB83196FD9C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1CBD8-A76B-48C6-B2F4-9DE68990BFD7}">
      <dsp:nvSpPr>
        <dsp:cNvPr id="0" name=""/>
        <dsp:cNvSpPr/>
      </dsp:nvSpPr>
      <dsp:spPr>
        <a:xfrm>
          <a:off x="0" y="79424"/>
          <a:ext cx="6666833" cy="127840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How  to  build the model based </a:t>
          </a:r>
          <a:r>
            <a:rPr lang="en-US" sz="2100" kern="1200" dirty="0" err="1"/>
            <a:t>MPc</a:t>
          </a:r>
          <a:r>
            <a:rPr lang="en-US" sz="2100" kern="1200" dirty="0"/>
            <a:t> as  we need </a:t>
          </a:r>
        </a:p>
      </dsp:txBody>
      <dsp:txXfrm>
        <a:off x="62407" y="141831"/>
        <a:ext cx="6542019" cy="1153593"/>
      </dsp:txXfrm>
    </dsp:sp>
    <dsp:sp modelId="{705C74CF-4203-45EE-BA64-5104D8D1EC9E}">
      <dsp:nvSpPr>
        <dsp:cNvPr id="0" name=""/>
        <dsp:cNvSpPr/>
      </dsp:nvSpPr>
      <dsp:spPr>
        <a:xfrm>
          <a:off x="0" y="1418312"/>
          <a:ext cx="6666833" cy="1278407"/>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1. a good  plugins of algrithem for it </a:t>
          </a:r>
        </a:p>
      </dsp:txBody>
      <dsp:txXfrm>
        <a:off x="62407" y="1480719"/>
        <a:ext cx="6542019" cy="1153593"/>
      </dsp:txXfrm>
    </dsp:sp>
    <dsp:sp modelId="{E152D401-F42D-471D-B92F-E967210EA04F}">
      <dsp:nvSpPr>
        <dsp:cNvPr id="0" name=""/>
        <dsp:cNvSpPr/>
      </dsp:nvSpPr>
      <dsp:spPr>
        <a:xfrm>
          <a:off x="0" y="2757200"/>
          <a:ext cx="6666833" cy="1278407"/>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2.we need a perfect and precisise urdf can map the real robot architecture we have , like a mirror better  real and virtual. </a:t>
          </a:r>
        </a:p>
      </dsp:txBody>
      <dsp:txXfrm>
        <a:off x="62407" y="2819607"/>
        <a:ext cx="6542019" cy="1153593"/>
      </dsp:txXfrm>
    </dsp:sp>
    <dsp:sp modelId="{4E78AFD3-A885-48A4-80F5-FE564953F34E}">
      <dsp:nvSpPr>
        <dsp:cNvPr id="0" name=""/>
        <dsp:cNvSpPr/>
      </dsp:nvSpPr>
      <dsp:spPr>
        <a:xfrm>
          <a:off x="0" y="4096087"/>
          <a:ext cx="6666833" cy="1278407"/>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3. 3D rigid-body dynamics update </a:t>
          </a:r>
        </a:p>
      </dsp:txBody>
      <dsp:txXfrm>
        <a:off x="62407" y="4158494"/>
        <a:ext cx="6542019" cy="11535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A0774-8E75-4C71-BDF3-35F67EADAF6E}">
      <dsp:nvSpPr>
        <dsp:cNvPr id="0" name=""/>
        <dsp:cNvSpPr/>
      </dsp:nvSpPr>
      <dsp:spPr>
        <a:xfrm>
          <a:off x="205509" y="13888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76549A-974A-4187-8D51-3FC389F2AFE8}">
      <dsp:nvSpPr>
        <dsp:cNvPr id="0" name=""/>
        <dsp:cNvSpPr/>
      </dsp:nvSpPr>
      <dsp:spPr>
        <a:xfrm>
          <a:off x="396960" y="1580317"/>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D88F70-BA09-4B62-A746-D39DD4DA06A7}">
      <dsp:nvSpPr>
        <dsp:cNvPr id="0" name=""/>
        <dsp:cNvSpPr/>
      </dsp:nvSpPr>
      <dsp:spPr>
        <a:xfrm>
          <a:off x="1312541" y="13888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Control a 4-DoF excavator arm using Nonlinear MPC</a:t>
          </a:r>
        </a:p>
      </dsp:txBody>
      <dsp:txXfrm>
        <a:off x="1312541" y="1388865"/>
        <a:ext cx="2148945" cy="911674"/>
      </dsp:txXfrm>
    </dsp:sp>
    <dsp:sp modelId="{EE46FF01-3C8E-4354-AD0C-A355AEF54FCE}">
      <dsp:nvSpPr>
        <dsp:cNvPr id="0" name=""/>
        <dsp:cNvSpPr/>
      </dsp:nvSpPr>
      <dsp:spPr>
        <a:xfrm>
          <a:off x="3835925" y="13888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08C592-8517-49A8-9D58-5A943A6CF338}">
      <dsp:nvSpPr>
        <dsp:cNvPr id="0" name=""/>
        <dsp:cNvSpPr/>
      </dsp:nvSpPr>
      <dsp:spPr>
        <a:xfrm>
          <a:off x="4027376" y="1580317"/>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79B899-8442-4D82-BD06-D4059F88757B}">
      <dsp:nvSpPr>
        <dsp:cNvPr id="0" name=""/>
        <dsp:cNvSpPr/>
      </dsp:nvSpPr>
      <dsp:spPr>
        <a:xfrm>
          <a:off x="4942957" y="13888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Track end-effector pose in world frame</a:t>
          </a:r>
        </a:p>
      </dsp:txBody>
      <dsp:txXfrm>
        <a:off x="4942957" y="1388865"/>
        <a:ext cx="2148945" cy="911674"/>
      </dsp:txXfrm>
    </dsp:sp>
    <dsp:sp modelId="{9DCC682A-C98F-4BCF-A55F-EF9EC99DC2D6}">
      <dsp:nvSpPr>
        <dsp:cNvPr id="0" name=""/>
        <dsp:cNvSpPr/>
      </dsp:nvSpPr>
      <dsp:spPr>
        <a:xfrm>
          <a:off x="7466341" y="13888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D4F3A4-EE98-4F32-96F3-A3C28C6E5396}">
      <dsp:nvSpPr>
        <dsp:cNvPr id="0" name=""/>
        <dsp:cNvSpPr/>
      </dsp:nvSpPr>
      <dsp:spPr>
        <a:xfrm>
          <a:off x="7657792" y="15803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A955E8-C7E2-4E54-A02B-FE89B7A75FA0}">
      <dsp:nvSpPr>
        <dsp:cNvPr id="0" name=""/>
        <dsp:cNvSpPr/>
      </dsp:nvSpPr>
      <dsp:spPr>
        <a:xfrm>
          <a:off x="8573374" y="13888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Explicitly handle joint, velocity, and actuator constraints</a:t>
          </a:r>
        </a:p>
      </dsp:txBody>
      <dsp:txXfrm>
        <a:off x="8573374" y="1388865"/>
        <a:ext cx="2148945" cy="911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B6567-7FFE-4CD9-84E3-1764652C7D74}">
      <dsp:nvSpPr>
        <dsp:cNvPr id="0" name=""/>
        <dsp:cNvSpPr/>
      </dsp:nvSpPr>
      <dsp:spPr>
        <a:xfrm>
          <a:off x="6563" y="865420"/>
          <a:ext cx="2051635" cy="246196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800100">
            <a:lnSpc>
              <a:spcPct val="90000"/>
            </a:lnSpc>
            <a:spcBef>
              <a:spcPct val="0"/>
            </a:spcBef>
            <a:spcAft>
              <a:spcPct val="35000"/>
            </a:spcAft>
            <a:buNone/>
          </a:pPr>
          <a:r>
            <a:rPr lang="en-US" sz="1800" kern="1200"/>
            <a:t>Target pose r = [x*, y*, z*, φ*]</a:t>
          </a:r>
        </a:p>
      </dsp:txBody>
      <dsp:txXfrm>
        <a:off x="6563" y="1850206"/>
        <a:ext cx="2051635" cy="1477177"/>
      </dsp:txXfrm>
    </dsp:sp>
    <dsp:sp modelId="{7D25F473-449B-4833-AC8B-5CACD6D5CD92}">
      <dsp:nvSpPr>
        <dsp:cNvPr id="0" name=""/>
        <dsp:cNvSpPr/>
      </dsp:nvSpPr>
      <dsp:spPr>
        <a:xfrm>
          <a:off x="6563" y="8654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1822450">
            <a:lnSpc>
              <a:spcPct val="90000"/>
            </a:lnSpc>
            <a:spcBef>
              <a:spcPct val="0"/>
            </a:spcBef>
            <a:spcAft>
              <a:spcPct val="35000"/>
            </a:spcAft>
            <a:buNone/>
          </a:pPr>
          <a:r>
            <a:rPr lang="en-US" sz="4100" kern="1200"/>
            <a:t>01</a:t>
          </a:r>
        </a:p>
      </dsp:txBody>
      <dsp:txXfrm>
        <a:off x="6563" y="865420"/>
        <a:ext cx="2051635" cy="984785"/>
      </dsp:txXfrm>
    </dsp:sp>
    <dsp:sp modelId="{DCF514AB-2DFE-44B8-BCBC-53928736DFB0}">
      <dsp:nvSpPr>
        <dsp:cNvPr id="0" name=""/>
        <dsp:cNvSpPr/>
      </dsp:nvSpPr>
      <dsp:spPr>
        <a:xfrm>
          <a:off x="2222329" y="865420"/>
          <a:ext cx="2051635" cy="24619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800100">
            <a:lnSpc>
              <a:spcPct val="90000"/>
            </a:lnSpc>
            <a:spcBef>
              <a:spcPct val="0"/>
            </a:spcBef>
            <a:spcAft>
              <a:spcPct val="35000"/>
            </a:spcAft>
            <a:buNone/>
          </a:pPr>
          <a:r>
            <a:rPr lang="en-US" sz="1800" kern="1200" dirty="0"/>
            <a:t>MPC Optimizer (CasADi + IPOPT)</a:t>
          </a:r>
        </a:p>
      </dsp:txBody>
      <dsp:txXfrm>
        <a:off x="2222329" y="1850206"/>
        <a:ext cx="2051635" cy="1477177"/>
      </dsp:txXfrm>
    </dsp:sp>
    <dsp:sp modelId="{22252461-A224-4ED9-B93D-E296C9BA6761}">
      <dsp:nvSpPr>
        <dsp:cNvPr id="0" name=""/>
        <dsp:cNvSpPr/>
      </dsp:nvSpPr>
      <dsp:spPr>
        <a:xfrm>
          <a:off x="2222329" y="8654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1822450">
            <a:lnSpc>
              <a:spcPct val="90000"/>
            </a:lnSpc>
            <a:spcBef>
              <a:spcPct val="0"/>
            </a:spcBef>
            <a:spcAft>
              <a:spcPct val="35000"/>
            </a:spcAft>
            <a:buNone/>
          </a:pPr>
          <a:r>
            <a:rPr lang="en-US" sz="4100" kern="1200"/>
            <a:t>02</a:t>
          </a:r>
        </a:p>
      </dsp:txBody>
      <dsp:txXfrm>
        <a:off x="2222329" y="865420"/>
        <a:ext cx="2051635" cy="984785"/>
      </dsp:txXfrm>
    </dsp:sp>
    <dsp:sp modelId="{BC0D12A4-2152-4467-9ABE-94D31E1D66E7}">
      <dsp:nvSpPr>
        <dsp:cNvPr id="0" name=""/>
        <dsp:cNvSpPr/>
      </dsp:nvSpPr>
      <dsp:spPr>
        <a:xfrm>
          <a:off x="4438096" y="865420"/>
          <a:ext cx="2051635" cy="2461963"/>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800100">
            <a:lnSpc>
              <a:spcPct val="90000"/>
            </a:lnSpc>
            <a:spcBef>
              <a:spcPct val="0"/>
            </a:spcBef>
            <a:spcAft>
              <a:spcPct val="35000"/>
            </a:spcAft>
            <a:buNone/>
          </a:pPr>
          <a:r>
            <a:rPr lang="en-US" sz="1800" kern="1200"/>
            <a:t>Control input u = joint accelerations</a:t>
          </a:r>
        </a:p>
      </dsp:txBody>
      <dsp:txXfrm>
        <a:off x="4438096" y="1850206"/>
        <a:ext cx="2051635" cy="1477177"/>
      </dsp:txXfrm>
    </dsp:sp>
    <dsp:sp modelId="{7339A5DC-BCF9-45CB-BEF7-D8E3972C9436}">
      <dsp:nvSpPr>
        <dsp:cNvPr id="0" name=""/>
        <dsp:cNvSpPr/>
      </dsp:nvSpPr>
      <dsp:spPr>
        <a:xfrm>
          <a:off x="4438096" y="8654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1822450">
            <a:lnSpc>
              <a:spcPct val="90000"/>
            </a:lnSpc>
            <a:spcBef>
              <a:spcPct val="0"/>
            </a:spcBef>
            <a:spcAft>
              <a:spcPct val="35000"/>
            </a:spcAft>
            <a:buNone/>
          </a:pPr>
          <a:r>
            <a:rPr lang="en-US" sz="4100" kern="1200"/>
            <a:t>03</a:t>
          </a:r>
        </a:p>
      </dsp:txBody>
      <dsp:txXfrm>
        <a:off x="4438096" y="865420"/>
        <a:ext cx="2051635" cy="984785"/>
      </dsp:txXfrm>
    </dsp:sp>
    <dsp:sp modelId="{84030444-903C-48B8-B1B2-F4EB90CBBE93}">
      <dsp:nvSpPr>
        <dsp:cNvPr id="0" name=""/>
        <dsp:cNvSpPr/>
      </dsp:nvSpPr>
      <dsp:spPr>
        <a:xfrm>
          <a:off x="6653863" y="865420"/>
          <a:ext cx="2051635" cy="2461963"/>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800100">
            <a:lnSpc>
              <a:spcPct val="90000"/>
            </a:lnSpc>
            <a:spcBef>
              <a:spcPct val="0"/>
            </a:spcBef>
            <a:spcAft>
              <a:spcPct val="35000"/>
            </a:spcAft>
            <a:buNone/>
          </a:pPr>
          <a:r>
            <a:rPr lang="en-US" sz="1800" kern="1200"/>
            <a:t>Excavator dynamics + Forward Kinematics</a:t>
          </a:r>
        </a:p>
      </dsp:txBody>
      <dsp:txXfrm>
        <a:off x="6653863" y="1850206"/>
        <a:ext cx="2051635" cy="1477177"/>
      </dsp:txXfrm>
    </dsp:sp>
    <dsp:sp modelId="{63EB6267-06DF-4206-A68A-FE681FDD4333}">
      <dsp:nvSpPr>
        <dsp:cNvPr id="0" name=""/>
        <dsp:cNvSpPr/>
      </dsp:nvSpPr>
      <dsp:spPr>
        <a:xfrm>
          <a:off x="6653863" y="8654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1822450">
            <a:lnSpc>
              <a:spcPct val="90000"/>
            </a:lnSpc>
            <a:spcBef>
              <a:spcPct val="0"/>
            </a:spcBef>
            <a:spcAft>
              <a:spcPct val="35000"/>
            </a:spcAft>
            <a:buNone/>
          </a:pPr>
          <a:r>
            <a:rPr lang="en-US" sz="4100" kern="1200"/>
            <a:t>04</a:t>
          </a:r>
        </a:p>
      </dsp:txBody>
      <dsp:txXfrm>
        <a:off x="6653863" y="865420"/>
        <a:ext cx="2051635" cy="984785"/>
      </dsp:txXfrm>
    </dsp:sp>
    <dsp:sp modelId="{1A61516A-DDCA-49DC-BFC9-E291C5BA05C5}">
      <dsp:nvSpPr>
        <dsp:cNvPr id="0" name=""/>
        <dsp:cNvSpPr/>
      </dsp:nvSpPr>
      <dsp:spPr>
        <a:xfrm>
          <a:off x="8869630" y="865420"/>
          <a:ext cx="2051635" cy="2461963"/>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800100">
            <a:lnSpc>
              <a:spcPct val="90000"/>
            </a:lnSpc>
            <a:spcBef>
              <a:spcPct val="0"/>
            </a:spcBef>
            <a:spcAft>
              <a:spcPct val="35000"/>
            </a:spcAft>
            <a:buNone/>
          </a:pPr>
          <a:r>
            <a:rPr lang="en-US" sz="1800" kern="1200"/>
            <a:t>Measured end-effector pose</a:t>
          </a:r>
        </a:p>
      </dsp:txBody>
      <dsp:txXfrm>
        <a:off x="8869630" y="1850206"/>
        <a:ext cx="2051635" cy="1477177"/>
      </dsp:txXfrm>
    </dsp:sp>
    <dsp:sp modelId="{F6DF2844-52B3-40A5-BF98-2890351CF17C}">
      <dsp:nvSpPr>
        <dsp:cNvPr id="0" name=""/>
        <dsp:cNvSpPr/>
      </dsp:nvSpPr>
      <dsp:spPr>
        <a:xfrm>
          <a:off x="8869630" y="8654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1822450">
            <a:lnSpc>
              <a:spcPct val="90000"/>
            </a:lnSpc>
            <a:spcBef>
              <a:spcPct val="0"/>
            </a:spcBef>
            <a:spcAft>
              <a:spcPct val="35000"/>
            </a:spcAft>
            <a:buNone/>
          </a:pPr>
          <a:r>
            <a:rPr lang="en-US" sz="4100" kern="1200"/>
            <a:t>05</a:t>
          </a:r>
        </a:p>
      </dsp:txBody>
      <dsp:txXfrm>
        <a:off x="8869630" y="865420"/>
        <a:ext cx="2051635" cy="9847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FE675-2CB0-4117-945C-5700722CCC23}">
      <dsp:nvSpPr>
        <dsp:cNvPr id="0" name=""/>
        <dsp:cNvSpPr/>
      </dsp:nvSpPr>
      <dsp:spPr>
        <a:xfrm>
          <a:off x="0" y="146763"/>
          <a:ext cx="5602301" cy="198863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CasADi is an open-source tool for nonlinear optimization and algorithmic differentiation.</a:t>
          </a:r>
        </a:p>
      </dsp:txBody>
      <dsp:txXfrm>
        <a:off x="97077" y="243840"/>
        <a:ext cx="5408147" cy="1794480"/>
      </dsp:txXfrm>
    </dsp:sp>
    <dsp:sp modelId="{82027430-6D7E-4AC6-B369-89FE53BA72EF}">
      <dsp:nvSpPr>
        <dsp:cNvPr id="0" name=""/>
        <dsp:cNvSpPr/>
      </dsp:nvSpPr>
      <dsp:spPr>
        <a:xfrm>
          <a:off x="0" y="2195877"/>
          <a:ext cx="5602301" cy="198863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It facilitates rapid — yet efficient — implementation of different methods for numerical optimal control, both in an offline context and for nonlinear model predictive control (NMPC).</a:t>
          </a:r>
        </a:p>
      </dsp:txBody>
      <dsp:txXfrm>
        <a:off x="97077" y="2292954"/>
        <a:ext cx="5408147" cy="1794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BA8934-55F6-4A81-B3A4-FAC1DCC31FB3}">
      <dsp:nvSpPr>
        <dsp:cNvPr id="0" name=""/>
        <dsp:cNvSpPr/>
      </dsp:nvSpPr>
      <dsp:spPr>
        <a:xfrm>
          <a:off x="0" y="0"/>
          <a:ext cx="671474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4416069-DB8F-400E-B1D4-5FC70A4E01A0}">
      <dsp:nvSpPr>
        <dsp:cNvPr id="0" name=""/>
        <dsp:cNvSpPr/>
      </dsp:nvSpPr>
      <dsp:spPr>
        <a:xfrm>
          <a:off x="0" y="0"/>
          <a:ext cx="6714744" cy="215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It’s a numerical solver designed for </a:t>
          </a:r>
          <a:r>
            <a:rPr lang="en-US" sz="1600" b="1" kern="1200"/>
            <a:t>large-scale nonlinear optimization</a:t>
          </a:r>
          <a:r>
            <a:rPr lang="en-US" sz="1600" kern="1200"/>
            <a:t> (NLPs, Nonlinear programs);</a:t>
          </a:r>
        </a:p>
      </dsp:txBody>
      <dsp:txXfrm>
        <a:off x="0" y="0"/>
        <a:ext cx="6714744" cy="2151732"/>
      </dsp:txXfrm>
    </dsp:sp>
    <dsp:sp modelId="{5DFCE208-FA17-4906-878E-9E072AC19600}">
      <dsp:nvSpPr>
        <dsp:cNvPr id="0" name=""/>
        <dsp:cNvSpPr/>
      </dsp:nvSpPr>
      <dsp:spPr>
        <a:xfrm>
          <a:off x="0" y="2151732"/>
          <a:ext cx="671474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8F378A8-D4E6-416C-A306-F1D095C086B3}">
      <dsp:nvSpPr>
        <dsp:cNvPr id="0" name=""/>
        <dsp:cNvSpPr/>
      </dsp:nvSpPr>
      <dsp:spPr>
        <a:xfrm>
          <a:off x="0" y="2151732"/>
          <a:ext cx="6714744" cy="215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At each MPC step we formulate a nonlinear program: we optimize a sequence of future joint accelerations to minimize world-frame tracking error while enforcing the discrete dynamics and actuator limits. Because the cost and constraints are nonlinear due to kinematics, this becomes an NLP. We solve it with IPOPT, an interior-point nonlinear optimizer. CasADi provides automatic differentiation, so IPOPT gets exact gradients and Jacobians, which improves convergence and enables real-time execution.</a:t>
          </a:r>
        </a:p>
      </dsp:txBody>
      <dsp:txXfrm>
        <a:off x="0" y="2151732"/>
        <a:ext cx="6714744" cy="21517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6C657-1AF8-4FD9-967B-EF81C025FB83}">
      <dsp:nvSpPr>
        <dsp:cNvPr id="0" name=""/>
        <dsp:cNvSpPr/>
      </dsp:nvSpPr>
      <dsp:spPr>
        <a:xfrm>
          <a:off x="3496905" y="2047"/>
          <a:ext cx="3934018" cy="135119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4-DoF excavator arm (yaw + boom–stick–bucket)</a:t>
          </a:r>
        </a:p>
      </dsp:txBody>
      <dsp:txXfrm>
        <a:off x="3562865" y="68007"/>
        <a:ext cx="3802098" cy="1219276"/>
      </dsp:txXfrm>
    </dsp:sp>
    <dsp:sp modelId="{5855A3FD-F165-475A-9B5D-8013EA37239A}">
      <dsp:nvSpPr>
        <dsp:cNvPr id="0" name=""/>
        <dsp:cNvSpPr/>
      </dsp:nvSpPr>
      <dsp:spPr>
        <a:xfrm>
          <a:off x="3496905" y="1420804"/>
          <a:ext cx="3934018" cy="135119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World-frame task-space control [x, y, z, φ]</a:t>
          </a:r>
        </a:p>
      </dsp:txBody>
      <dsp:txXfrm>
        <a:off x="3562865" y="1486764"/>
        <a:ext cx="3802098" cy="1219276"/>
      </dsp:txXfrm>
    </dsp:sp>
    <dsp:sp modelId="{E61D7EB0-AF89-4B7F-AE26-A81BC261DB37}">
      <dsp:nvSpPr>
        <dsp:cNvPr id="0" name=""/>
        <dsp:cNvSpPr/>
      </dsp:nvSpPr>
      <dsp:spPr>
        <a:xfrm>
          <a:off x="3496905" y="2839560"/>
          <a:ext cx="3934018" cy="135119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Joint-space MPC with hard constraints</a:t>
          </a:r>
        </a:p>
      </dsp:txBody>
      <dsp:txXfrm>
        <a:off x="3562865" y="2905520"/>
        <a:ext cx="3802098" cy="12192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4691FF-DC2F-4DB8-8482-AEF9A491AE9A}">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4555B4-BA47-4086-B5D3-F38B26BB2888}">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State: x = [q, q̇],  q = [yaw, α, β, γ]</a:t>
          </a:r>
        </a:p>
      </dsp:txBody>
      <dsp:txXfrm>
        <a:off x="59990" y="2654049"/>
        <a:ext cx="3226223" cy="720000"/>
      </dsp:txXfrm>
    </dsp:sp>
    <dsp:sp modelId="{9212D5BE-AAC9-4FA2-AC82-3FE8E10DD47E}">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A2BC8F-B275-4D2F-B0E9-FDE2C4C1A6FE}">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Input: u = q̈ (joint accelerations)</a:t>
          </a:r>
        </a:p>
      </dsp:txBody>
      <dsp:txXfrm>
        <a:off x="3850802" y="2654049"/>
        <a:ext cx="3226223" cy="720000"/>
      </dsp:txXfrm>
    </dsp:sp>
    <dsp:sp modelId="{B0C2F908-53D7-4CD6-827C-F04F9F01DF45}">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0C74E9-1EF5-44F2-8C98-88298B4D440D}">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Prediction model: joint-space double integrator</a:t>
          </a:r>
        </a:p>
      </dsp:txBody>
      <dsp:txXfrm>
        <a:off x="7641615" y="2654049"/>
        <a:ext cx="3226223"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3A1CD-04FC-487B-8AB1-CFDCAFB2B9FE}">
      <dsp:nvSpPr>
        <dsp:cNvPr id="0" name=""/>
        <dsp:cNvSpPr/>
      </dsp:nvSpPr>
      <dsp:spPr>
        <a:xfrm>
          <a:off x="1333" y="13160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t>qₖ₊₁ = qₖ + q̇ₖ Tₛ + 0.5 uₖ Tₛ²</a:t>
          </a:r>
        </a:p>
      </dsp:txBody>
      <dsp:txXfrm>
        <a:off x="47045" y="1361745"/>
        <a:ext cx="3030050" cy="1469313"/>
      </dsp:txXfrm>
    </dsp:sp>
    <dsp:sp modelId="{18CA0A8D-3B50-42D7-A517-0EE0E1D4F1B1}">
      <dsp:nvSpPr>
        <dsp:cNvPr id="0" name=""/>
        <dsp:cNvSpPr/>
      </dsp:nvSpPr>
      <dsp:spPr>
        <a:xfrm>
          <a:off x="3903177" y="13160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t>q̇ₖ₊₁ = q̇ₖ + uₖ Tₛ</a:t>
          </a:r>
        </a:p>
      </dsp:txBody>
      <dsp:txXfrm>
        <a:off x="3948889" y="1361745"/>
        <a:ext cx="3030050" cy="1469313"/>
      </dsp:txXfrm>
    </dsp:sp>
    <dsp:sp modelId="{97CA9F03-D27C-41F0-8162-2680AF348E4D}">
      <dsp:nvSpPr>
        <dsp:cNvPr id="0" name=""/>
        <dsp:cNvSpPr/>
      </dsp:nvSpPr>
      <dsp:spPr>
        <a:xfrm>
          <a:off x="7805020" y="13160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t>Chosen for efficiency and real-time MPC</a:t>
          </a:r>
        </a:p>
      </dsp:txBody>
      <dsp:txXfrm>
        <a:off x="7850732" y="1361745"/>
        <a:ext cx="3030050" cy="14693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7670C-668A-4B31-9E59-514B0FB8F0B5}">
      <dsp:nvSpPr>
        <dsp:cNvPr id="0" name=""/>
        <dsp:cNvSpPr/>
      </dsp:nvSpPr>
      <dsp:spPr>
        <a:xfrm>
          <a:off x="947201" y="567162"/>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790E83-2D63-4D32-84B3-C93317387E89}">
      <dsp:nvSpPr>
        <dsp:cNvPr id="0" name=""/>
        <dsp:cNvSpPr/>
      </dsp:nvSpPr>
      <dsp:spPr>
        <a:xfrm>
          <a:off x="59990"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Forward kinematics: q → [x_w, y_w, z_w, φ]</a:t>
          </a:r>
        </a:p>
      </dsp:txBody>
      <dsp:txXfrm>
        <a:off x="59990" y="2402242"/>
        <a:ext cx="3226223" cy="720000"/>
      </dsp:txXfrm>
    </dsp:sp>
    <dsp:sp modelId="{685FDA9F-445A-4DA6-8EF0-1FC047D6880A}">
      <dsp:nvSpPr>
        <dsp:cNvPr id="0" name=""/>
        <dsp:cNvSpPr/>
      </dsp:nvSpPr>
      <dsp:spPr>
        <a:xfrm>
          <a:off x="4738014" y="567162"/>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75FCAC-3AD7-4A3F-8B6F-B606BC9E9745}">
      <dsp:nvSpPr>
        <dsp:cNvPr id="0" name=""/>
        <dsp:cNvSpPr/>
      </dsp:nvSpPr>
      <dsp:spPr>
        <a:xfrm>
          <a:off x="3850802"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φ = α + β + γ</a:t>
          </a:r>
        </a:p>
      </dsp:txBody>
      <dsp:txXfrm>
        <a:off x="3850802" y="2402242"/>
        <a:ext cx="3226223" cy="720000"/>
      </dsp:txXfrm>
    </dsp:sp>
    <dsp:sp modelId="{6BB4F029-CDFD-4446-AB5E-F7CBD64688E9}">
      <dsp:nvSpPr>
        <dsp:cNvPr id="0" name=""/>
        <dsp:cNvSpPr/>
      </dsp:nvSpPr>
      <dsp:spPr>
        <a:xfrm>
          <a:off x="8528826" y="567162"/>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C0AF1E-D985-4E9A-8680-FCD80269291B}">
      <dsp:nvSpPr>
        <dsp:cNvPr id="0" name=""/>
        <dsp:cNvSpPr/>
      </dsp:nvSpPr>
      <dsp:spPr>
        <a:xfrm>
          <a:off x="7641615"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Yaw maps planar motion into world XY-plane</a:t>
          </a:r>
        </a:p>
      </dsp:txBody>
      <dsp:txXfrm>
        <a:off x="7641615" y="2402242"/>
        <a:ext cx="3226223"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1CFB0-864C-411B-A039-DD70C55D2E93}">
      <dsp:nvSpPr>
        <dsp:cNvPr id="0" name=""/>
        <dsp:cNvSpPr/>
      </dsp:nvSpPr>
      <dsp:spPr>
        <a:xfrm>
          <a:off x="947201" y="567162"/>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D08213-72AF-4E63-ABA2-332359934C46}">
      <dsp:nvSpPr>
        <dsp:cNvPr id="0" name=""/>
        <dsp:cNvSpPr/>
      </dsp:nvSpPr>
      <dsp:spPr>
        <a:xfrm>
          <a:off x="59990"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Objective: world-frame pose tracking</a:t>
          </a:r>
        </a:p>
      </dsp:txBody>
      <dsp:txXfrm>
        <a:off x="59990" y="2402242"/>
        <a:ext cx="3226223" cy="720000"/>
      </dsp:txXfrm>
    </dsp:sp>
    <dsp:sp modelId="{53A71BC6-E5BB-4FCA-A449-1405C53FB769}">
      <dsp:nvSpPr>
        <dsp:cNvPr id="0" name=""/>
        <dsp:cNvSpPr/>
      </dsp:nvSpPr>
      <dsp:spPr>
        <a:xfrm>
          <a:off x="4738014" y="567162"/>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59CB49-12B9-422A-B3FC-45E072F4D9F7}">
      <dsp:nvSpPr>
        <dsp:cNvPr id="0" name=""/>
        <dsp:cNvSpPr/>
      </dsp:nvSpPr>
      <dsp:spPr>
        <a:xfrm>
          <a:off x="3850802"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Penalize velocities, control effort, control rate</a:t>
          </a:r>
        </a:p>
      </dsp:txBody>
      <dsp:txXfrm>
        <a:off x="3850802" y="2402242"/>
        <a:ext cx="3226223" cy="720000"/>
      </dsp:txXfrm>
    </dsp:sp>
    <dsp:sp modelId="{AF6266F3-DE13-4F01-B042-2FEE655D56FA}">
      <dsp:nvSpPr>
        <dsp:cNvPr id="0" name=""/>
        <dsp:cNvSpPr/>
      </dsp:nvSpPr>
      <dsp:spPr>
        <a:xfrm>
          <a:off x="8528826" y="567162"/>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57E3A4-418C-41D7-8BE6-0F3706A00237}">
      <dsp:nvSpPr>
        <dsp:cNvPr id="0" name=""/>
        <dsp:cNvSpPr/>
      </dsp:nvSpPr>
      <dsp:spPr>
        <a:xfrm>
          <a:off x="7641615"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Hard constraints on joints, velocities, accelerations</a:t>
          </a:r>
        </a:p>
      </dsp:txBody>
      <dsp:txXfrm>
        <a:off x="7641615" y="2402242"/>
        <a:ext cx="3226223" cy="720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95CF8-1301-4949-9EA6-115637BACB15}">
      <dsp:nvSpPr>
        <dsp:cNvPr id="0" name=""/>
        <dsp:cNvSpPr/>
      </dsp:nvSpPr>
      <dsp:spPr>
        <a:xfrm>
          <a:off x="2185565" y="1152"/>
          <a:ext cx="8742263" cy="118176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300168" rIns="169624" bIns="300168" numCol="1" spcCol="1270" anchor="ctr" anchorCtr="0">
          <a:noAutofit/>
        </a:bodyPr>
        <a:lstStyle/>
        <a:p>
          <a:pPr marL="0" lvl="0" indent="0" algn="l" defTabSz="1066800">
            <a:lnSpc>
              <a:spcPct val="90000"/>
            </a:lnSpc>
            <a:spcBef>
              <a:spcPct val="0"/>
            </a:spcBef>
            <a:spcAft>
              <a:spcPct val="35000"/>
            </a:spcAft>
            <a:buNone/>
          </a:pPr>
          <a:r>
            <a:rPr lang="en-US" sz="2400" kern="1200"/>
            <a:t>Solve NLP at each control step</a:t>
          </a:r>
        </a:p>
      </dsp:txBody>
      <dsp:txXfrm>
        <a:off x="2185565" y="1152"/>
        <a:ext cx="8742263" cy="1181762"/>
      </dsp:txXfrm>
    </dsp:sp>
    <dsp:sp modelId="{26E5162F-6DC5-4E8F-9DE0-0F5BA2483183}">
      <dsp:nvSpPr>
        <dsp:cNvPr id="0" name=""/>
        <dsp:cNvSpPr/>
      </dsp:nvSpPr>
      <dsp:spPr>
        <a:xfrm>
          <a:off x="0" y="1152"/>
          <a:ext cx="2185565" cy="11817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116732" rIns="115653" bIns="116732" numCol="1" spcCol="1270" anchor="ctr" anchorCtr="0">
          <a:noAutofit/>
        </a:bodyPr>
        <a:lstStyle/>
        <a:p>
          <a:pPr marL="0" lvl="0" indent="0" algn="ctr" defTabSz="1244600">
            <a:lnSpc>
              <a:spcPct val="90000"/>
            </a:lnSpc>
            <a:spcBef>
              <a:spcPct val="0"/>
            </a:spcBef>
            <a:spcAft>
              <a:spcPct val="35000"/>
            </a:spcAft>
            <a:buNone/>
          </a:pPr>
          <a:r>
            <a:rPr lang="en-US" sz="2800" kern="1200"/>
            <a:t>Solve</a:t>
          </a:r>
        </a:p>
      </dsp:txBody>
      <dsp:txXfrm>
        <a:off x="0" y="1152"/>
        <a:ext cx="2185565" cy="1181762"/>
      </dsp:txXfrm>
    </dsp:sp>
    <dsp:sp modelId="{479420F2-2ED2-4517-AC1B-4B881569F77C}">
      <dsp:nvSpPr>
        <dsp:cNvPr id="0" name=""/>
        <dsp:cNvSpPr/>
      </dsp:nvSpPr>
      <dsp:spPr>
        <a:xfrm>
          <a:off x="2185565" y="1253821"/>
          <a:ext cx="8742263" cy="1181762"/>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300168" rIns="169624" bIns="300168" numCol="1" spcCol="1270" anchor="ctr" anchorCtr="0">
          <a:noAutofit/>
        </a:bodyPr>
        <a:lstStyle/>
        <a:p>
          <a:pPr marL="0" lvl="0" indent="0" algn="l" defTabSz="1066800">
            <a:lnSpc>
              <a:spcPct val="90000"/>
            </a:lnSpc>
            <a:spcBef>
              <a:spcPct val="0"/>
            </a:spcBef>
            <a:spcAft>
              <a:spcPct val="35000"/>
            </a:spcAft>
            <a:buNone/>
          </a:pPr>
          <a:r>
            <a:rPr lang="en-US" sz="2400" kern="1200"/>
            <a:t>Apply first control input only</a:t>
          </a:r>
        </a:p>
      </dsp:txBody>
      <dsp:txXfrm>
        <a:off x="2185565" y="1253821"/>
        <a:ext cx="8742263" cy="1181762"/>
      </dsp:txXfrm>
    </dsp:sp>
    <dsp:sp modelId="{5324E3F8-C393-4BD1-A95D-7F9FC0FE59CD}">
      <dsp:nvSpPr>
        <dsp:cNvPr id="0" name=""/>
        <dsp:cNvSpPr/>
      </dsp:nvSpPr>
      <dsp:spPr>
        <a:xfrm>
          <a:off x="0" y="1253821"/>
          <a:ext cx="2185565" cy="1181762"/>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116732" rIns="115653" bIns="116732" numCol="1" spcCol="1270" anchor="ctr" anchorCtr="0">
          <a:noAutofit/>
        </a:bodyPr>
        <a:lstStyle/>
        <a:p>
          <a:pPr marL="0" lvl="0" indent="0" algn="ctr" defTabSz="1244600">
            <a:lnSpc>
              <a:spcPct val="90000"/>
            </a:lnSpc>
            <a:spcBef>
              <a:spcPct val="0"/>
            </a:spcBef>
            <a:spcAft>
              <a:spcPct val="35000"/>
            </a:spcAft>
            <a:buNone/>
          </a:pPr>
          <a:r>
            <a:rPr lang="en-US" sz="2800" kern="1200"/>
            <a:t>Apply</a:t>
          </a:r>
        </a:p>
      </dsp:txBody>
      <dsp:txXfrm>
        <a:off x="0" y="1253821"/>
        <a:ext cx="2185565" cy="1181762"/>
      </dsp:txXfrm>
    </dsp:sp>
    <dsp:sp modelId="{B41BCE8E-EC55-49AE-9A01-91A62C99F0CC}">
      <dsp:nvSpPr>
        <dsp:cNvPr id="0" name=""/>
        <dsp:cNvSpPr/>
      </dsp:nvSpPr>
      <dsp:spPr>
        <a:xfrm>
          <a:off x="2185565" y="2506489"/>
          <a:ext cx="8742263" cy="1181762"/>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300168" rIns="169624" bIns="300168" numCol="1" spcCol="1270" anchor="ctr" anchorCtr="0">
          <a:noAutofit/>
        </a:bodyPr>
        <a:lstStyle/>
        <a:p>
          <a:pPr marL="0" lvl="0" indent="0" algn="l" defTabSz="1066800">
            <a:lnSpc>
              <a:spcPct val="90000"/>
            </a:lnSpc>
            <a:spcBef>
              <a:spcPct val="0"/>
            </a:spcBef>
            <a:spcAft>
              <a:spcPct val="35000"/>
            </a:spcAft>
            <a:buNone/>
          </a:pPr>
          <a:r>
            <a:rPr lang="en-US" sz="2400" kern="1200"/>
            <a:t>Warm-start next iteration by shifting solution</a:t>
          </a:r>
        </a:p>
      </dsp:txBody>
      <dsp:txXfrm>
        <a:off x="2185565" y="2506489"/>
        <a:ext cx="8742263" cy="1181762"/>
      </dsp:txXfrm>
    </dsp:sp>
    <dsp:sp modelId="{1FBACA43-DD98-4694-BF3A-748D6A8D4717}">
      <dsp:nvSpPr>
        <dsp:cNvPr id="0" name=""/>
        <dsp:cNvSpPr/>
      </dsp:nvSpPr>
      <dsp:spPr>
        <a:xfrm>
          <a:off x="0" y="2506489"/>
          <a:ext cx="2185565" cy="118176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116732" rIns="115653" bIns="116732" numCol="1" spcCol="1270" anchor="ctr" anchorCtr="0">
          <a:noAutofit/>
        </a:bodyPr>
        <a:lstStyle/>
        <a:p>
          <a:pPr marL="0" lvl="0" indent="0" algn="ctr" defTabSz="1244600">
            <a:lnSpc>
              <a:spcPct val="90000"/>
            </a:lnSpc>
            <a:spcBef>
              <a:spcPct val="0"/>
            </a:spcBef>
            <a:spcAft>
              <a:spcPct val="35000"/>
            </a:spcAft>
            <a:buNone/>
          </a:pPr>
          <a:r>
            <a:rPr lang="en-US" sz="2800" kern="1200"/>
            <a:t>Warm</a:t>
          </a:r>
        </a:p>
      </dsp:txBody>
      <dsp:txXfrm>
        <a:off x="0" y="2506489"/>
        <a:ext cx="2185565" cy="118176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BC9DA4-53DE-4E38-BF9A-A7C7B4B8F061}">
      <dsp:nvSpPr>
        <dsp:cNvPr id="0" name=""/>
        <dsp:cNvSpPr/>
      </dsp:nvSpPr>
      <dsp:spPr>
        <a:xfrm>
          <a:off x="0" y="63994"/>
          <a:ext cx="6666833" cy="17004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Python + CasADi + IPOPT</a:t>
          </a:r>
        </a:p>
      </dsp:txBody>
      <dsp:txXfrm>
        <a:off x="83008" y="147002"/>
        <a:ext cx="6500817" cy="1534414"/>
      </dsp:txXfrm>
    </dsp:sp>
    <dsp:sp modelId="{5164CFE7-FCCC-41D1-9B92-7BF1CE663D63}">
      <dsp:nvSpPr>
        <dsp:cNvPr id="0" name=""/>
        <dsp:cNvSpPr/>
      </dsp:nvSpPr>
      <dsp:spPr>
        <a:xfrm>
          <a:off x="0" y="1876744"/>
          <a:ext cx="6666833" cy="17004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World-frame FK/IK used in MPC and GUI</a:t>
          </a:r>
        </a:p>
      </dsp:txBody>
      <dsp:txXfrm>
        <a:off x="83008" y="1959752"/>
        <a:ext cx="6500817" cy="1534414"/>
      </dsp:txXfrm>
    </dsp:sp>
    <dsp:sp modelId="{44B92BA4-4A3C-43C1-92D3-94F0E8E1F3B1}">
      <dsp:nvSpPr>
        <dsp:cNvPr id="0" name=""/>
        <dsp:cNvSpPr/>
      </dsp:nvSpPr>
      <dsp:spPr>
        <a:xfrm>
          <a:off x="0" y="3689495"/>
          <a:ext cx="6666833" cy="17004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Auxiliary planar model kept for compatibility</a:t>
          </a:r>
        </a:p>
      </dsp:txBody>
      <dsp:txXfrm>
        <a:off x="83008" y="3772503"/>
        <a:ext cx="6500817" cy="153441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C5B64A-254E-4E6D-94E7-3C283781F583}">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310131E-063D-46BE-B665-698F85E7C98F}">
      <dsp:nvSpPr>
        <dsp:cNvPr id="0" name=""/>
        <dsp:cNvSpPr/>
      </dsp:nvSpPr>
      <dsp:spPr>
        <a:xfrm>
          <a:off x="0" y="2663"/>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Accurate tracking of world-frame targets</a:t>
          </a:r>
        </a:p>
      </dsp:txBody>
      <dsp:txXfrm>
        <a:off x="0" y="2663"/>
        <a:ext cx="6666833" cy="1816197"/>
      </dsp:txXfrm>
    </dsp:sp>
    <dsp:sp modelId="{FA8E892E-9A48-448C-A0FF-BC9151553207}">
      <dsp:nvSpPr>
        <dsp:cNvPr id="0" name=""/>
        <dsp:cNvSpPr/>
      </dsp:nvSpPr>
      <dsp:spPr>
        <a:xfrm>
          <a:off x="0" y="1818861"/>
          <a:ext cx="6666833" cy="0"/>
        </a:xfrm>
        <a:prstGeom prst="line">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5EA65F4-4DA7-42AC-87AC-BF21AB70ED50}">
      <dsp:nvSpPr>
        <dsp:cNvPr id="0" name=""/>
        <dsp:cNvSpPr/>
      </dsp:nvSpPr>
      <dsp:spPr>
        <a:xfrm>
          <a:off x="0" y="1818861"/>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Smooth joint accelerations</a:t>
          </a:r>
        </a:p>
      </dsp:txBody>
      <dsp:txXfrm>
        <a:off x="0" y="1818861"/>
        <a:ext cx="6666833" cy="1816197"/>
      </dsp:txXfrm>
    </dsp:sp>
    <dsp:sp modelId="{05C853B3-1C6E-4880-8930-A4756016D2C7}">
      <dsp:nvSpPr>
        <dsp:cNvPr id="0" name=""/>
        <dsp:cNvSpPr/>
      </dsp:nvSpPr>
      <dsp:spPr>
        <a:xfrm>
          <a:off x="0" y="3635058"/>
          <a:ext cx="6666833" cy="0"/>
        </a:xfrm>
        <a:prstGeom prst="line">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F527B67-0FD4-48B7-B3E6-8172283F36E2}">
      <dsp:nvSpPr>
        <dsp:cNvPr id="0" name=""/>
        <dsp:cNvSpPr/>
      </dsp:nvSpPr>
      <dsp:spPr>
        <a:xfrm>
          <a:off x="0" y="3635058"/>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No constraint violations observed</a:t>
          </a:r>
        </a:p>
      </dsp:txBody>
      <dsp:txXfrm>
        <a:off x="0" y="3635058"/>
        <a:ext cx="6666833" cy="18161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1:54.218"/>
    </inkml:context>
    <inkml:brush xml:id="br0">
      <inkml:brushProperty name="width" value="0.035" units="cm"/>
      <inkml:brushProperty name="height" value="0.035" units="cm"/>
      <inkml:brushProperty name="color" value="#E71224"/>
    </inkml:brush>
  </inkml:definitions>
  <inkml:trace contextRef="#ctx0" brushRef="#br0">202 1869 24575,'-1'85'0,"18"141"0,-10-206 0,-6-20 0,-1 0 0,0 0 0,0 0 0,0 0 0,1 1 0,-1-1 0,0 0 0,0 0 0,1 0 0,-1 0 0,0 0 0,0 0 0,0 0 0,1 0 0,-1 0 0,0 0 0,0 0 0,1 0 0,-1 0 0,0 0 0,0-1 0,0 1 0,1 0 0,-1 0 0,0 0 0,0 0 0,0 0 0,1 0 0,-1 0 0,0-1 0,0 1 0,0 0 0,0 0 0,1 0 0,-1 0 0,0-1 0,0 1 0,0 0 0,0 0 0,0-1 0,13-29 0,-12 26 0,9-26 0,-4 8 0,1 0 0,18-35 0,-23 52 0,0 1 0,0 0 0,1 0 0,0 0 0,0 0 0,0 0 0,0 0 0,1 1 0,-1 0 0,1 0 0,0 0 0,0 0 0,0 0 0,0 1 0,1-1 0,-1 1 0,1 0 0,7-2 0,-6 4 0,1 0 0,-1 0 0,0 1 0,1 0 0,-1 0 0,0 0 0,0 1 0,0 0 0,0 0 0,11 6 0,24 7 0,153 24 0,-133-27 0,-38-7 0,1-1 0,37 3 0,-30-7 0,0 2 0,60 12 0,-68-10 0,1-1 0,41 0 0,-43-3 0,-1 1 0,1 1 0,32 7 0,-8 0 0,-1-3 0,1-1 0,0-3 0,76-5 0,-20 1 0,-2 3 0,110-3 0,-94-22 0,-93 20 0,0 0 0,0-1 0,-1-2 0,1 0 0,21-10 0,-1-4 0,57-37 0,-54 36 0,4-2 0,-17 2 0,-15 11 0,0-1 0,28-25 0,99-83 0,6-28 0,-119 106 0,-28 35 0,0 0 0,0 1 0,1 0 0,0 0 0,1 0 0,9-8 0,-7 7 0,-1 0 0,0 0 0,0-1 0,0 0 0,-1 0 0,0-1 0,-1 1 0,0-1 0,0 0 0,-1-1 0,5-16 0,-7 22 0,2-6 0,1 0 0,1 1 0,0 0 0,0 0 0,1 1 0,12-13 0,13-16 0,-27 29 0,0 0 0,0-1 0,5-15 0,13-21 0,-12 25 0,0-1 0,-1 0 0,7-23 0,3-6 0,-13 31 0,-1-1 0,-1 1 0,4-32 0,0 0 0,-2 8 0,-3 0 0,-1 0 0,-5-71 0,0 27 0,1 76 0,0 0 0,0 0 0,-1 0 0,-1 0 0,0 0 0,0 0 0,-1 0 0,-1 1 0,1 0 0,-2 0 0,1 0 0,-1 1 0,-1-1 0,0 1 0,0 1 0,-1 0 0,0 0 0,0 0 0,-1 1 0,0 0 0,0 0 0,-1 1 0,-10-5 0,9 6 0,-11-6 0,-1 1 0,0 0 0,-36-8 0,28 9 0,-54-22 0,65 22 0,0 1 0,-1 1 0,0 1 0,0 0 0,-41-4 0,10 5 0,1-2 0,-54-15 0,58 11 0,23 7 0,-1 1 0,-28 0 0,31 3 0,1-1 0,-1-2 0,-26-5 0,-199-55-561,210 57 563,0 1 1,0 2-1,0 2 0,-55 4 0,4 0 455,-956-3-364,1035 0-93,1 1 0,-1 0 0,0 0 0,1 1 0,0 0 0,-1 0 0,1 1 0,0 0 0,0 1 0,0 0 0,-8 6 0,-95 48 0,75-37 0,1 1 0,1 2 0,-42 40 0,61-48 0,2 0 0,0 1 0,1 1 0,-19 37 0,-13 21 0,37-64 0,0 1 0,2 0 0,-1 0 0,2 0 0,0 0 0,0 1 0,-2 20 0,2-12 0,-13 38 0,9-37 0,2 1 0,0 0 0,2 0 0,-3 47 0,8 103 0,2-68 0,-4 233 0,3-319 0,0 0 0,1 0 0,2-1 0,-1 1 0,2-1 0,1 0 0,11 23 0,-14-35 0,0 0 0,1 0 0,0 0 0,0-1 0,12 11 0,7 9 0,-21-22 0,5 7 0,-1-1 0,1-1 0,0 1 0,1-2 0,0 1 0,1-1 0,0 0 0,0-1 0,1 0 0,16 8 0,51 21 0,-64-27 0,1-2 0,1 1 0,-1-2 0,1 0 0,0-1 0,0-1 0,19 3 0,45 2 0,107 28 0,-149-30 0,0-2 0,0-2 0,1-2 0,49-4 0,-2 0 0,55 3-1365,-117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1:58.438"/>
    </inkml:context>
    <inkml:brush xml:id="br0">
      <inkml:brushProperty name="width" value="0.035" units="cm"/>
      <inkml:brushProperty name="height" value="0.035" units="cm"/>
      <inkml:brushProperty name="color" value="#E71224"/>
    </inkml:brush>
  </inkml:definitions>
  <inkml:trace contextRef="#ctx0" brushRef="#br0">90 6125 24575,'0'-3'0,"-5"-162"0,2 137 0,-1 0 0,-1 1 0,-17-51 0,17 60 0,1-1 0,1 1 0,0-1 0,1 0 0,2-37 0,1 35 0,-2 0 0,0 0 0,-1 1 0,-7-29 0,2 21 0,2 0 0,1 0 0,-2-39 0,8-89 0,0 55 0,-2-1025-911,2 1110 911,0-1 0,0 1 0,2-1 0,0 1 0,11-27 0,-8 23 0,-1 0 0,8-40 0,17-140 0,-27 176 12,2 1 1,1 0-1,16-35 0,-14 35-259,0 0 0,-2-1 0,6-28 0,-10 39 267,0-1 1,0 1 0,2-1-1,-1 1 1,2 0-1,10-20 1,-4 9 147,-2 0 0,0-1-1,7-35 1,-6 21-116,-6 22-52,5-15 0,0 0 0,29-58 0,5-11 766,-2 5-549,2 2-217,-27 56 0,1 0 0,31-46 0,-25 46 0,26-55 0,19-30 0,-52 97 0,45-62 0,-26 42 0,47-86 0,-29 44 0,-42 70 0,2-3 0,-1 0 0,-1-1 0,12-29 0,-16 33 0,1 1 0,1 0 0,0 1 0,1-1 0,17-17 0,24-38 0,-13 14 0,-25 38 0,0-1 0,11-23 0,-12 16 0,1 0 0,2 1 0,0 1 0,2 0 0,1 2 0,36-38 0,-32 40 0,27-38 0,-30 35 0,33-33 0,-7 15 0,79-97 0,-105 119 0,1 0 0,0 2 0,1 0 0,2 1 0,27-16 0,-45 30 0,274-172 0,-236 146 0,-33 22 0,0 1 0,0 0 0,0 0 0,22-8 0,78-38 0,34-14 0,-100 44 0,71-26 0,-25 16 0,-40 14 0,87-22 0,-91 29 0,-31 8 0,1-1 0,20-1 0,47-9 0,-58 10 0,-1 0 0,35-1 0,364 7 0,-401 0 0,0 1 0,0 1 0,-1 1 0,1 1 0,-1 1 0,34 14 0,0 4 0,65 40 0,-103-54 0,-1 1 0,-1 0 0,0 2 0,0-1 0,-1 2 0,-1 0 0,-1 1 0,18 23 0,-4-5 0,-21-27 0,-1 0 0,0 0 0,0 1 0,-1-1 0,5 9 0,39 73 0,4 6 0,-25-38 0,-12-24 0,0-1 0,-2 2 0,-2-1 0,11 47 0,-17-58 0,0-1 0,11 26 0,-9-31 0,-1 1 0,-1 1 0,-1-1 0,4 32 0,9 132 0,-8-81 0,-5 186 0,-7-143 0,3-98 0,-2-1 0,-12 67 0,5-65-10,-23 133-106,27-146-16,-3 0-1,0-1 1,-16 36 0,-3 11 29,14-14-113,12-52 157,-1 1-1,-1 0 1,0-1-1,-1 0 1,-5 13-1,-59 139 60,63-150 0,0 0 0,-5 22 0,-9 24 0,-4-7 0,5-8 0,-33 55 0,30-65 0,2-6 0,2 1 0,1 0 0,-16 44 0,16-34 0,-29 52 0,0-1 0,31-62-19,-25 36 0,26-45 7,1 0 0,1 0 0,1 1-1,-11 32 1,16-37 12,-1 1 0,-1-1 0,0 0 0,-1 0 0,-16 22 0,-56 103 0,55-103 0,2 2 0,-30 69 0,25-52-11,-3-1 0,-52 71-1,77-118 4,-46 55-106,39-49 89,0 0 1,0 1-1,-19 35 0,13-17 40,-2-1 0,-2-1 0,-45 51 0,58-71 19,-21 27-264,-35 61 1,60-91 291,-1-1-1,0 0 1,0 0 0,-13 10 0,-13 14 281,-36 50-118,-61 67-60,30-30-72,75-86-52,-1-1 0,-2-1 0,-42 36 0,56-54-36,1 0 1,-20 25-1,-18 18 2,-133 123-7,172-166 0,1-3 0,0-1 0,-24 14 0,23-15 0,1 0 0,0 0 0,-15 14 0,-129 128 728,147-143-728,-1-1 0,0 0 0,0-1 0,0 0 0,0 0 0,-1-1 0,-13 5 0,-22 10 0,-19 22 0,49-30 0,0-1 0,0-1 0,-22 10 0,4-4 0,-39 25 0,62-36 0,1 0 0,-1 0 0,0-1 0,0 0 0,-1-1 0,1 0 0,0-1 0,-1 0 0,-13-1 0,8 1 0,-1 0 0,-26 6 0,-73 16 0,52-12 0,26-6 0,0-2 0,-68-3 0,-23 2 0,60 12 0,51-10 0,0 0 0,-20 1 0,21-4 0,-8 1 0,-44-3 0,62 1 0,-1-1 0,1-1 0,-1 1 0,1-1 0,0-1 0,0 1 0,0-1 0,0 0 0,0-1 0,-7-4 0,-33-23 0,34 24 0,1 0 0,1-1 0,-1 0 0,1-1 0,0 0 0,1-1 0,0 0 0,-10-16 0,-12-13 0,25 32 0,1 0 0,0-1 0,0 0 0,1 0 0,0-1 0,-5-9 0,-75-197 0,80 201 0,1 0 0,1-1 0,0 1 0,0-1 0,2 0 0,0 1 0,1-25 0,1 20 0,-2 0 0,0 0 0,-7-36 0,-27-108 0,30 141-1365,2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2:02.056"/>
    </inkml:context>
    <inkml:brush xml:id="br0">
      <inkml:brushProperty name="width" value="0.035" units="cm"/>
      <inkml:brushProperty name="height" value="0.035" units="cm"/>
      <inkml:brushProperty name="color" value="#E71224"/>
    </inkml:brush>
  </inkml:definitions>
  <inkml:trace contextRef="#ctx0" brushRef="#br0">822 5083 24575,'-7'-1'0,"-1"0"0,1-1 0,-1 0 0,1 0 0,0-1 0,0 0 0,0 0 0,1-1 0,-1 0 0,1 0 0,-8-6 0,-26-16 0,24 18 0,1-2 0,-15-12 0,-30-17 0,34 25 0,1-1 0,0-1 0,2-1 0,0-1 0,0-1 0,2-1 0,1-1 0,0-1 0,-24-35 0,16 17 0,1-2 0,2-1 0,-25-61 0,-1-40 0,0-2 0,40 112 0,1 0 0,-10-59 0,14 63 0,-8-86 0,1 5 0,5 46 0,3 0 0,5-114 0,2 65 0,-3 24 0,3-101 0,23 74 0,-24 107 0,1-1 0,1 0 0,0 1 0,1-1 0,0 1 0,0 0 0,1 0 0,0 0 0,1 1 0,9-12 0,-7 7 0,-1 0 0,0-1 0,8-23 0,8-18 0,20-47 0,-29 66 0,29-54 0,-39 84 0,1 1 0,0 0 0,0 1 0,0-1 0,7-4 0,-6 4 0,0 0 0,0 0 0,0 0 0,5-9 0,11-19 0,1 0 0,44-47 0,-6 12 0,-30 33 0,2 0 0,53-43 0,9 0 0,69-50 0,-69 54-545,-9 6 426,-9 21-598,86-40 0,-145 79 812,61-26-145,-46 21-557,46-26 0,205-118 736,-90 48-103,-147 85-26,111-55 0,-12 8 0,-73 34 0,25-11 0,-48 28 0,-19 9 0,-1-1 0,0-1 0,33-22 0,-22 11 1082,47-22 1,-73 39-1347,50-17 264,-48 19 0,0 0 0,25-13 0,131-65 0,-89 48 0,-9 5 0,191-79 716,-130 58-221,8-4-495,-128 50 0,0 0 0,30-5 0,24-8 0,-24 0 0,-29 10 0,1 2 0,0 0 0,0 1 0,36-7 0,-26 9 0,0-2 0,29-11 0,-30 9 0,0 0 0,32-3 0,-11 3 0,57-17 0,-6 0 0,-50 15 0,-22 3 0,1 2 0,39-3 0,-29 6 0,77-13 0,43-14 0,-97 21 0,0 3 0,124 6 0,-69 1 0,-25-3 0,101 3 0,-112 11 0,-53-7 0,35 2 0,-51-7 0,0 1 0,0 0 0,0 1 0,0 0 0,0 1 0,-1 0 0,0 1 0,0 0 0,18 12 0,8 4 0,-22-16 0,-1 1 0,0-2 0,1 0 0,27 5 0,-23-6 0,-1 1 0,25 8 0,-1 3 0,-29-11 0,0 0 0,0 1 0,0 0 0,-1 1 0,0 0 0,0 1 0,0 0 0,12 11 0,-14-11 0,1 1 0,0-1 0,0-1 0,20 9 0,14 9 0,-1 3 0,-22-16 0,-1 2 0,0 0 0,-2 1 0,1 1 0,15 17 0,-20-17 0,1-1 0,22 16 0,15 14 0,-6-1 0,-23-23 0,-2 1 0,0 1 0,35 48 0,-50-62 0,0 0 0,1 0 0,0-1 0,12 11 0,-12-12 0,0 0 0,-1 1 0,1 0 0,-2 0 0,1 0 0,6 11 0,111 190 0,-109-188 0,-4-6 0,-1 0 0,0 1 0,-1 0 0,13 32 0,-4 3 0,-3-10 0,14 67 0,-19-60 0,-2-11 0,-1 1 0,1 42 0,-5-56 0,1 0 0,7 30 0,-5-29 0,-1-1 0,1 28 0,-5-15 0,-1 1 0,-2-1 0,-11 53 0,8-59 0,-2 1 0,-1-2 0,-17 42 0,-11 43 0,14-68 0,-2-2 0,-2 0 0,-52 64 0,52-78 0,-1-2 0,-2 0 0,-64 44 0,4-3 0,65-48 0,-2-2 0,-40 22 0,31-23 0,20-11 0,1 1 0,0 0 0,-28 22 0,35-24 0,0-1 0,-1 0 0,0 0 0,-11 5 0,-21 11 0,-20 12 0,42-24 0,1 1 0,-24 17 0,19-12 0,0-1 0,-2-1 0,-31 12 0,36-17 0,-15 8-37,-70 34-932,38-11 561,-1-2 1,-1-4-1,-75 25 1,-65 24 315,24-12-369,60-26 461,15-6 0,46-13 0,-88 38 0,129-54 0,0 0 0,-43 9 0,-17 6 0,4-2 0,57-16 0,0 0 0,-39 16 0,12-2 0,-1-1 0,-100 22 0,130-37 0,-97 28 0,90-24 151,1 0 0,-34 16 0,41-15-25,-1-1 0,-1 0 0,0-2 0,-38 7 1,28-8 93,1 1 0,-32 11 0,37-9-18,-1-1 1,0-1 0,-37 3 0,33-6-209,1 2 1,0 0 0,1 3 0,-47 16 0,-5 3-5,51-21 10,-1 0 0,-45 2 0,-17 2 0,26 5 0,-26 3 0,-111 15-955,78-11 955,57-8 0,0-4 0,-91 3 0,137-13 0,-17 0 0,1 1 0,-48 8 0,-135 26 0,173-29 1,0-2 0,-92-4 0,92-2-15,0 2-1,-92 13 0,84-5 261,-1-2-1,-91-3 1,119-1-246,0 0 0,-33 8 0,-37 3 0,70-11 52,-1 1-1,-42 11 1,40-8 11,1-2 0,0-2-1,-57-2 1,58 0-905,5 0-5984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2:03.588"/>
    </inkml:context>
    <inkml:brush xml:id="br0">
      <inkml:brushProperty name="width" value="0.035" units="cm"/>
      <inkml:brushProperty name="height" value="0.035" units="cm"/>
      <inkml:brushProperty name="color" value="#E71224"/>
    </inkml:brush>
  </inkml:definitions>
  <inkml:trace contextRef="#ctx0" brushRef="#br0">0 1 24575,'2'0'0,"107"4"0,-94-2 0,0 1 0,0 0 0,-1 1 0,1 0 0,15 9 0,89 30 0,5 4 0,64 29 0,-78-40-1235,-11-5 759,110 36-1378,-107-36 1832,46 25 22,-14-4 0,217 85-2953,-38-17 2953,-157-64 0,-137-48 0,364 125 0,-41-16 0,-101-31 0,-94-27 0,21 6 0,178 65-1752,-187-72 1752,-109-43 0,-1 2 0,67 35 0,-85-37 0,-1-2 0,38 11 0,37 16 0,101 48-169,-144-62 787,75 44 0,-50-24-252,91 60 2220,-116-65-1736,12 1 71,31 22-56,-73-43-865,-23-16 0,0 1 0,0 0 0,-1 0 0,10 9 0,33 34 509,66 48 1,5 4 108,26 44-618,-93-89 0,-41-39 0,2 0 0,0-1 0,36 26 0,7 10 0,14 17 0,-64-61-186,0 1 1,0-1-1,13 19 0,-18-21-436,7 7-6204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2.255"/>
    </inkml:context>
    <inkml:brush xml:id="br0">
      <inkml:brushProperty name="width" value="0.035" units="cm"/>
      <inkml:brushProperty name="height" value="0.035" units="cm"/>
      <inkml:brushProperty name="color" value="#E71224"/>
    </inkml:brush>
  </inkml:definitions>
  <inkml:trace contextRef="#ctx0" brushRef="#br0">0 5 24575,'0'-4'0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2.570"/>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8.113"/>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2.255"/>
    </inkml:context>
    <inkml:brush xml:id="br0">
      <inkml:brushProperty name="width" value="0.035" units="cm"/>
      <inkml:brushProperty name="height" value="0.035" units="cm"/>
      <inkml:brushProperty name="color" value="#E71224"/>
    </inkml:brush>
  </inkml:definitions>
  <inkml:trace contextRef="#ctx0" brushRef="#br0">0 5 24575,'0'-4'0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2.570"/>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20:55:18.113"/>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6.58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146"/>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535"/>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925"/>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6.58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146"/>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535"/>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20:34:07.925"/>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62FC0E-33C3-4FC0-81EF-DE0ED37A04DD}" type="datetimeFigureOut">
              <a:rPr lang="zh-CN" altLang="en-US" smtClean="0"/>
              <a:t>2026/1/13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A50AAE-7551-4547-B540-E25516467BEF}" type="slidenum">
              <a:rPr lang="zh-CN" altLang="en-US" smtClean="0"/>
              <a:t>‹#›</a:t>
            </a:fld>
            <a:endParaRPr lang="zh-CN" altLang="en-US"/>
          </a:p>
        </p:txBody>
      </p:sp>
    </p:spTree>
    <p:extLst>
      <p:ext uri="{BB962C8B-B14F-4D97-AF65-F5344CB8AC3E}">
        <p14:creationId xmlns:p14="http://schemas.microsoft.com/office/powerpoint/2010/main" val="426537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https://www.hrparts.com/blog/post/excavator-parts-diagram-interactive?srsltid=AfmBOoow4UQrs_g9Zim_wBUuySZboLPSEy-IT9ZWmgwKT8euKwA0Q84t#bucket-cylinder-def</a:t>
            </a:r>
            <a:endParaRPr lang="zh-CN" altLang="en-US" dirty="0"/>
          </a:p>
        </p:txBody>
      </p:sp>
      <p:sp>
        <p:nvSpPr>
          <p:cNvPr id="4" name="Slide Number Placeholder 3"/>
          <p:cNvSpPr>
            <a:spLocks noGrp="1"/>
          </p:cNvSpPr>
          <p:nvPr>
            <p:ph type="sldNum" sz="quarter" idx="5"/>
          </p:nvPr>
        </p:nvSpPr>
        <p:spPr/>
        <p:txBody>
          <a:bodyPr/>
          <a:lstStyle/>
          <a:p>
            <a:fld id="{5DA50AAE-7551-4547-B540-E25516467BEF}" type="slidenum">
              <a:rPr lang="zh-CN" altLang="en-US" smtClean="0"/>
              <a:t>4</a:t>
            </a:fld>
            <a:endParaRPr lang="zh-CN" altLang="en-US"/>
          </a:p>
        </p:txBody>
      </p:sp>
    </p:spTree>
    <p:extLst>
      <p:ext uri="{BB962C8B-B14F-4D97-AF65-F5344CB8AC3E}">
        <p14:creationId xmlns:p14="http://schemas.microsoft.com/office/powerpoint/2010/main" val="1908866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DA50AAE-7551-4547-B540-E25516467BEF}" type="slidenum">
              <a:rPr lang="zh-CN" altLang="en-US" smtClean="0"/>
              <a:t>68</a:t>
            </a:fld>
            <a:endParaRPr lang="zh-CN" altLang="en-US"/>
          </a:p>
        </p:txBody>
      </p:sp>
    </p:spTree>
    <p:extLst>
      <p:ext uri="{BB962C8B-B14F-4D97-AF65-F5344CB8AC3E}">
        <p14:creationId xmlns:p14="http://schemas.microsoft.com/office/powerpoint/2010/main" val="834034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DA50AAE-7551-4547-B540-E25516467BEF}" type="slidenum">
              <a:rPr lang="zh-CN" altLang="en-US" smtClean="0"/>
              <a:t>69</a:t>
            </a:fld>
            <a:endParaRPr lang="zh-CN" altLang="en-US"/>
          </a:p>
        </p:txBody>
      </p:sp>
    </p:spTree>
    <p:extLst>
      <p:ext uri="{BB962C8B-B14F-4D97-AF65-F5344CB8AC3E}">
        <p14:creationId xmlns:p14="http://schemas.microsoft.com/office/powerpoint/2010/main" val="2782730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363B-E213-33AF-BC9D-1F09B1504DB3}"/>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D204EC5D-58E4-81DE-55C2-36D94BACD4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88E5B930-A04F-F19F-D451-11FD34F9B919}"/>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2E5349D5-3FCD-2FFF-C406-7601D3B1624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E8503B8-EFDB-CD0F-1B17-66CEF825DA23}"/>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2917774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8932F-7C34-4D9D-3782-8E82BD7566EA}"/>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165C9DA-89B8-5AD1-E86A-0E1F1154D02D}"/>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3FB39A56-A07A-463C-1B39-950617FBA976}"/>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67DDC007-11AC-854D-4776-A8274C4984C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876FEBD-CAD0-1A6B-3AF1-7C5A859DD54F}"/>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94930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96F5-BE74-FDE6-E069-AD9A264874C5}"/>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6BF897E-B22F-BB6D-7B4F-A3315593DD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F04576CB-D56F-48B7-BFC7-B4C9DA59CC3F}"/>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CFB8327C-8152-E416-F5C7-5B26E312A31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96D063C-3754-44DC-4F1C-987EE2559CE1}"/>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4194755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1E5D-9E9E-7144-43F6-529416F0E6A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C0E9D58-0C4F-2F9C-9100-8F49DC3949E4}"/>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8DE47729-08B0-8779-A371-9FBF95077D3F}"/>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E25D659D-0BB6-3343-3EC9-79F36DE067B7}"/>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6" name="Footer Placeholder 5">
            <a:extLst>
              <a:ext uri="{FF2B5EF4-FFF2-40B4-BE49-F238E27FC236}">
                <a16:creationId xmlns:a16="http://schemas.microsoft.com/office/drawing/2014/main" id="{D3291F0E-93F6-844E-87C8-A83EB1B495D5}"/>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006943E-440D-7D08-FBCD-8F8F39118447}"/>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3489177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FCF01-16E9-B99E-B712-C1B6D0352CD7}"/>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319EB654-78CC-A2AF-340F-FB61942F4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77BF3FED-2915-5991-D84A-FFF0204639E2}"/>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C3E96802-9D19-9851-3F73-CBF6634FDA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2481D10E-BF1C-6011-B48F-2CBF546BB2F1}"/>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B78620A7-9DB4-AE2E-44CA-76AF0FEF3E74}"/>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8" name="Footer Placeholder 7">
            <a:extLst>
              <a:ext uri="{FF2B5EF4-FFF2-40B4-BE49-F238E27FC236}">
                <a16:creationId xmlns:a16="http://schemas.microsoft.com/office/drawing/2014/main" id="{68874BB0-8BCC-5A6D-DA6D-B6338D8C1915}"/>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37733B4C-EC22-01A6-7ACF-B2F584D8708F}"/>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863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76EA-1C77-FBC8-FBA5-95BA642D9D67}"/>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A8D7EF36-DBA4-39CD-8DEF-69436FA6834D}"/>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4" name="Footer Placeholder 3">
            <a:extLst>
              <a:ext uri="{FF2B5EF4-FFF2-40B4-BE49-F238E27FC236}">
                <a16:creationId xmlns:a16="http://schemas.microsoft.com/office/drawing/2014/main" id="{48CB7D68-ABCC-3BBA-8C6B-DAA2A4C03844}"/>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B03D0299-91A3-ECD4-EEE8-B87860A484DB}"/>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3521967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35DC44-780A-C894-A5E6-853D608538C0}"/>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3" name="Footer Placeholder 2">
            <a:extLst>
              <a:ext uri="{FF2B5EF4-FFF2-40B4-BE49-F238E27FC236}">
                <a16:creationId xmlns:a16="http://schemas.microsoft.com/office/drawing/2014/main" id="{D15FE5F7-6B05-16F9-5887-418EAC140AAF}"/>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4828FB4F-3086-CC27-FA26-8A12A953E2CD}"/>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595055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CF4B-0B1E-2E3E-D38C-9ADD43CD6F8D}"/>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5EEC3B39-9C00-51C2-8A09-ED00B895AD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3EA95F9-29FD-6A08-D208-B56A4D7D6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5B88957-2E58-6143-1206-6EAD8E5019C8}"/>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6" name="Footer Placeholder 5">
            <a:extLst>
              <a:ext uri="{FF2B5EF4-FFF2-40B4-BE49-F238E27FC236}">
                <a16:creationId xmlns:a16="http://schemas.microsoft.com/office/drawing/2014/main" id="{74968FBE-B53A-88FA-6C89-8AA0C168D9F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BEBD447-2971-C3A8-7B83-85417CB13B91}"/>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367745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2AE61-B463-B090-99CE-490324331547}"/>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67824B38-29FD-0610-17DB-6CEA1CEF2B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1D303D98-FD33-F0D8-C670-533BE7CED6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E929CC16-FEF9-2124-8594-1FF4C28078C4}"/>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6" name="Footer Placeholder 5">
            <a:extLst>
              <a:ext uri="{FF2B5EF4-FFF2-40B4-BE49-F238E27FC236}">
                <a16:creationId xmlns:a16="http://schemas.microsoft.com/office/drawing/2014/main" id="{7808579A-36C1-DDF0-94DF-7A75B7455F2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92BBCA4-95DB-B11E-239F-D264490AADDA}"/>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1371235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30257-3F99-D9C9-1EF6-8D10A6729507}"/>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1F83F1B-7432-2341-4A4D-485A03DA6AE8}"/>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2E820C7-05F2-F0FB-519A-E48137B80201}"/>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FB7A626B-1A22-8C71-C093-F6CCA900AAD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AE8E109-7A17-80E3-A41A-3D55ACE6A199}"/>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724884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A054F7-8477-479A-1679-194B87EC0818}"/>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21E62B09-6651-328F-9747-4B20B396A21E}"/>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A5DDF70-5134-9E31-6532-520C5F11BF55}"/>
              </a:ext>
            </a:extLst>
          </p:cNvPr>
          <p:cNvSpPr>
            <a:spLocks noGrp="1"/>
          </p:cNvSpPr>
          <p:nvPr>
            <p:ph type="dt" sz="half" idx="10"/>
          </p:nvPr>
        </p:nvSpPr>
        <p:spPr/>
        <p:txBody>
          <a:body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53174454-CC5B-FCF4-6594-90FEA5AE128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20E6B51-9997-919C-1DDA-C87129BE0DA1}"/>
              </a:ext>
            </a:extLst>
          </p:cNvPr>
          <p:cNvSpPr>
            <a:spLocks noGrp="1"/>
          </p:cNvSpPr>
          <p:nvPr>
            <p:ph type="sldNum" sz="quarter" idx="12"/>
          </p:nvPr>
        </p:nvSpPr>
        <p:spPr/>
        <p:txBody>
          <a:body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210906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E52129-2B52-E551-33D1-7EFB875E00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E9C67BDA-58E7-822A-A53E-BEDD90D24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FA84B8A-4316-3589-F4C4-059D929157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EAEAC5-A74A-4246-BED8-56889BB7A6D0}" type="datetimeFigureOut">
              <a:rPr lang="zh-CN" altLang="en-US" smtClean="0"/>
              <a:t>2026/1/13</a:t>
            </a:fld>
            <a:endParaRPr lang="zh-CN" altLang="en-US"/>
          </a:p>
        </p:txBody>
      </p:sp>
      <p:sp>
        <p:nvSpPr>
          <p:cNvPr id="5" name="Footer Placeholder 4">
            <a:extLst>
              <a:ext uri="{FF2B5EF4-FFF2-40B4-BE49-F238E27FC236}">
                <a16:creationId xmlns:a16="http://schemas.microsoft.com/office/drawing/2014/main" id="{965AF558-41B8-E491-E68D-C7E958E393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450B2C3B-012A-6187-43ED-C951585DC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BE4C94-F9F9-4E75-B8A3-9EF474B2E09C}" type="slidenum">
              <a:rPr lang="zh-CN" altLang="en-US" smtClean="0"/>
              <a:t>‹#›</a:t>
            </a:fld>
            <a:endParaRPr lang="zh-CN" altLang="en-US"/>
          </a:p>
        </p:txBody>
      </p:sp>
    </p:spTree>
    <p:extLst>
      <p:ext uri="{BB962C8B-B14F-4D97-AF65-F5344CB8AC3E}">
        <p14:creationId xmlns:p14="http://schemas.microsoft.com/office/powerpoint/2010/main" val="697666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png"/><Relationship Id="rId7" Type="http://schemas.openxmlformats.org/officeDocument/2006/relationships/image" Target="../media/image5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0.png"/><Relationship Id="rId5" Type="http://schemas.openxmlformats.org/officeDocument/2006/relationships/image" Target="../media/image4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0.png"/></Relationships>
</file>

<file path=ppt/slides/_rels/slide5.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4.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00.png"/><Relationship Id="rId4" Type="http://schemas.openxmlformats.org/officeDocument/2006/relationships/customXml" Target="../ink/ink6.xml"/></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100.png"/><Relationship Id="rId4" Type="http://schemas.openxmlformats.org/officeDocument/2006/relationships/customXml" Target="../ink/ink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3.png"/><Relationship Id="rId7" Type="http://schemas.openxmlformats.org/officeDocument/2006/relationships/diagramColors" Target="../diagrams/colors4.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eb.casadi.org/docs/#quadratic-programming" TargetMode="External"/><Relationship Id="rId2" Type="http://schemas.openxmlformats.org/officeDocument/2006/relationships/hyperlink" Target="https://web.casadi.org/docs/#nonlinear-programming"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7.png"/><Relationship Id="rId7" Type="http://schemas.openxmlformats.org/officeDocument/2006/relationships/image" Target="../media/image72.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5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5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customXml" Target="../ink/ink11.xml"/><Relationship Id="rId7" Type="http://schemas.openxmlformats.org/officeDocument/2006/relationships/customXml" Target="../ink/ink14.xml"/><Relationship Id="rId2" Type="http://schemas.openxmlformats.org/officeDocument/2006/relationships/hyperlink" Target="https://ch.mathworks.com/help/mpc/gs/what-is-mpc.html" TargetMode="External"/><Relationship Id="rId1" Type="http://schemas.openxmlformats.org/officeDocument/2006/relationships/slideLayout" Target="../slideLayouts/slideLayout2.xml"/><Relationship Id="rId6" Type="http://schemas.openxmlformats.org/officeDocument/2006/relationships/customXml" Target="../ink/ink13.xml"/><Relationship Id="rId5" Type="http://schemas.openxmlformats.org/officeDocument/2006/relationships/customXml" Target="../ink/ink12.xml"/><Relationship Id="rId4" Type="http://schemas.openxmlformats.org/officeDocument/2006/relationships/image" Target="../media/image510.png"/></Relationships>
</file>

<file path=ppt/slides/_rels/slide64.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customXml" Target="../ink/ink15.xml"/><Relationship Id="rId7" Type="http://schemas.openxmlformats.org/officeDocument/2006/relationships/customXml" Target="../ink/ink18.xml"/><Relationship Id="rId2" Type="http://schemas.openxmlformats.org/officeDocument/2006/relationships/hyperlink" Target="https://ch.mathworks.com/help/mpc/gs/what-is-mpc.html" TargetMode="External"/><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customXml" Target="../ink/ink16.xml"/><Relationship Id="rId4" Type="http://schemas.openxmlformats.org/officeDocument/2006/relationships/image" Target="../media/image510.png"/><Relationship Id="rId9" Type="http://schemas.openxmlformats.org/officeDocument/2006/relationships/image" Target="../media/image9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B0A8D4-3EEA-A214-5F0B-D81722D0D1DE}"/>
              </a:ext>
            </a:extLst>
          </p:cNvPr>
          <p:cNvPicPr>
            <a:picLocks noChangeAspect="1"/>
          </p:cNvPicPr>
          <p:nvPr/>
        </p:nvPicPr>
        <p:blipFill>
          <a:blip r:embed="rId2"/>
          <a:srcRect t="10440" r="-1" b="10344"/>
          <a:stretch>
            <a:fillRect/>
          </a:stretch>
        </p:blipFill>
        <p:spPr>
          <a:xfrm>
            <a:off x="388190" y="315908"/>
            <a:ext cx="11160344" cy="6542098"/>
          </a:xfrm>
          <a:prstGeom prst="rect">
            <a:avLst/>
          </a:prstGeom>
        </p:spPr>
      </p:pic>
      <p:pic>
        <p:nvPicPr>
          <p:cNvPr id="5" name="Picture 4">
            <a:extLst>
              <a:ext uri="{FF2B5EF4-FFF2-40B4-BE49-F238E27FC236}">
                <a16:creationId xmlns:a16="http://schemas.microsoft.com/office/drawing/2014/main" id="{3919CCBE-21EF-CBD0-C075-801F36695865}"/>
              </a:ext>
            </a:extLst>
          </p:cNvPr>
          <p:cNvPicPr>
            <a:picLocks noChangeAspect="1"/>
          </p:cNvPicPr>
          <p:nvPr/>
        </p:nvPicPr>
        <p:blipFill>
          <a:blip r:embed="rId3"/>
          <a:srcRect t="3812" r="1" b="1"/>
          <a:stretch>
            <a:fillRect/>
          </a:stretch>
        </p:blipFill>
        <p:spPr>
          <a:xfrm>
            <a:off x="643467" y="-5"/>
            <a:ext cx="6082711" cy="3920044"/>
          </a:xfrm>
          <a:custGeom>
            <a:avLst/>
            <a:gdLst/>
            <a:ahLst/>
            <a:cxnLst/>
            <a:rect l="l" t="t" r="r" b="b"/>
            <a:pathLst>
              <a:path w="6082711" h="3920044">
                <a:moveTo>
                  <a:pt x="0" y="0"/>
                </a:moveTo>
                <a:lnTo>
                  <a:pt x="6082711" y="0"/>
                </a:lnTo>
                <a:lnTo>
                  <a:pt x="6082711" y="3103225"/>
                </a:lnTo>
                <a:lnTo>
                  <a:pt x="4614930" y="3103225"/>
                </a:lnTo>
                <a:lnTo>
                  <a:pt x="4614930" y="3920044"/>
                </a:lnTo>
                <a:lnTo>
                  <a:pt x="0" y="3920044"/>
                </a:lnTo>
                <a:close/>
              </a:path>
            </a:pathLst>
          </a:custGeom>
        </p:spPr>
      </p:pic>
      <p:sp>
        <p:nvSpPr>
          <p:cNvPr id="40" name="Rectangle 39">
            <a:extLst>
              <a:ext uri="{FF2B5EF4-FFF2-40B4-BE49-F238E27FC236}">
                <a16:creationId xmlns:a16="http://schemas.microsoft.com/office/drawing/2014/main" id="{E97C36FC-DEAA-4DCA-B0AB-7F9357FA4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7045" y="643467"/>
            <a:ext cx="4661488" cy="2460741"/>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78C38CD-A630-49FF-8417-6792A2B13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4080063"/>
            <a:ext cx="4614930" cy="2156145"/>
          </a:xfrm>
          <a:prstGeom prst="rect">
            <a:avLst/>
          </a:pr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a:extLst>
              <a:ext uri="{FF2B5EF4-FFF2-40B4-BE49-F238E27FC236}">
                <a16:creationId xmlns:a16="http://schemas.microsoft.com/office/drawing/2014/main" id="{D9CEE279-F0C2-3CB1-C55E-D79B52F7132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26787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61A55-6C8E-2800-570E-E1AB08935D0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C806AD7-A7BA-E9F2-9D71-E3854548D58C}"/>
              </a:ext>
            </a:extLst>
          </p:cNvPr>
          <p:cNvPicPr>
            <a:picLocks noChangeAspect="1"/>
          </p:cNvPicPr>
          <p:nvPr/>
        </p:nvPicPr>
        <p:blipFill>
          <a:blip r:embed="rId2"/>
          <a:srcRect t="10440" r="-1" b="10344"/>
          <a:stretch>
            <a:fillRect/>
          </a:stretch>
        </p:blipFill>
        <p:spPr>
          <a:xfrm>
            <a:off x="363428" y="157951"/>
            <a:ext cx="11160344" cy="6542098"/>
          </a:xfrm>
          <a:prstGeom prst="rect">
            <a:avLst/>
          </a:prstGeom>
        </p:spPr>
      </p:pic>
      <p:sp>
        <p:nvSpPr>
          <p:cNvPr id="4" name="AutoShape 2">
            <a:extLst>
              <a:ext uri="{FF2B5EF4-FFF2-40B4-BE49-F238E27FC236}">
                <a16:creationId xmlns:a16="http://schemas.microsoft.com/office/drawing/2014/main" id="{D7192F61-E5AF-3F8C-7C3A-C613CFD489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58860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Cover">
            <a:extLst>
              <a:ext uri="{FF2B5EF4-FFF2-40B4-BE49-F238E27FC236}">
                <a16:creationId xmlns:a16="http://schemas.microsoft.com/office/drawing/2014/main" id="{6BE11944-ED05-4FE9-9927-06C110BB3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A2812508-238C-4BCD-BDD3-25C99C5CA2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13" name="Color">
              <a:extLst>
                <a:ext uri="{FF2B5EF4-FFF2-40B4-BE49-F238E27FC236}">
                  <a16:creationId xmlns:a16="http://schemas.microsoft.com/office/drawing/2014/main" id="{EA98B5EE-6906-45B1-8691-D06F06B6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3CB4D77E-DA74-4797-88E4-C7D817D31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5B27FCC-D9F4-F013-12B2-003B5632DC81}"/>
              </a:ext>
            </a:extLst>
          </p:cNvPr>
          <p:cNvSpPr>
            <a:spLocks noGrp="1"/>
          </p:cNvSpPr>
          <p:nvPr>
            <p:ph type="title"/>
          </p:nvPr>
        </p:nvSpPr>
        <p:spPr>
          <a:xfrm>
            <a:off x="789708" y="1014574"/>
            <a:ext cx="9725730" cy="2226769"/>
          </a:xfrm>
        </p:spPr>
        <p:txBody>
          <a:bodyPr vert="horz" lIns="91440" tIns="45720" rIns="91440" bIns="45720" rtlCol="0" anchor="ctr">
            <a:normAutofit/>
          </a:bodyPr>
          <a:lstStyle/>
          <a:p>
            <a:r>
              <a:rPr lang="en-US" altLang="zh-CN" sz="4800" kern="1200">
                <a:solidFill>
                  <a:schemeClr val="bg1"/>
                </a:solidFill>
                <a:latin typeface="+mj-lt"/>
                <a:ea typeface="+mj-ea"/>
                <a:cs typeface="+mj-cs"/>
              </a:rPr>
              <a:t>The model algorithm is based on this repo </a:t>
            </a:r>
          </a:p>
        </p:txBody>
      </p:sp>
      <p:sp>
        <p:nvSpPr>
          <p:cNvPr id="3" name="Content Placeholder 2">
            <a:extLst>
              <a:ext uri="{FF2B5EF4-FFF2-40B4-BE49-F238E27FC236}">
                <a16:creationId xmlns:a16="http://schemas.microsoft.com/office/drawing/2014/main" id="{D2CB1B94-AC43-23D5-7E0C-D34CD87430B7}"/>
              </a:ext>
            </a:extLst>
          </p:cNvPr>
          <p:cNvSpPr>
            <a:spLocks noGrp="1"/>
          </p:cNvSpPr>
          <p:nvPr>
            <p:ph idx="1"/>
          </p:nvPr>
        </p:nvSpPr>
        <p:spPr>
          <a:xfrm>
            <a:off x="789708" y="3640633"/>
            <a:ext cx="9725730" cy="2487212"/>
          </a:xfrm>
        </p:spPr>
        <p:txBody>
          <a:bodyPr vert="horz" lIns="91440" tIns="45720" rIns="91440" bIns="45720" rtlCol="0" anchor="ctr">
            <a:normAutofit/>
          </a:bodyPr>
          <a:lstStyle/>
          <a:p>
            <a:pPr marL="0" indent="0">
              <a:buNone/>
            </a:pPr>
            <a:r>
              <a:rPr lang="en-US" altLang="zh-CN" sz="2400" kern="1200" dirty="0">
                <a:solidFill>
                  <a:schemeClr val="tx2"/>
                </a:solidFill>
                <a:latin typeface="+mn-lt"/>
                <a:ea typeface="+mn-ea"/>
                <a:cs typeface="+mn-cs"/>
              </a:rPr>
              <a:t>https://github.com/xuexianlim/eXactMPC</a:t>
            </a:r>
          </a:p>
        </p:txBody>
      </p:sp>
    </p:spTree>
    <p:extLst>
      <p:ext uri="{BB962C8B-B14F-4D97-AF65-F5344CB8AC3E}">
        <p14:creationId xmlns:p14="http://schemas.microsoft.com/office/powerpoint/2010/main" val="40152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yellow construction vehicle with text overlay&#10;&#10;AI-generated content may be incorrect.">
            <a:extLst>
              <a:ext uri="{FF2B5EF4-FFF2-40B4-BE49-F238E27FC236}">
                <a16:creationId xmlns:a16="http://schemas.microsoft.com/office/drawing/2014/main" id="{CFA50451-3435-E1C4-8353-CC79AE62B090}"/>
              </a:ext>
            </a:extLst>
          </p:cNvPr>
          <p:cNvPicPr>
            <a:picLocks noChangeAspect="1"/>
          </p:cNvPicPr>
          <p:nvPr/>
        </p:nvPicPr>
        <p:blipFill>
          <a:blip r:embed="rId3"/>
          <a:stretch>
            <a:fillRect/>
          </a:stretch>
        </p:blipFill>
        <p:spPr>
          <a:xfrm>
            <a:off x="810306" y="0"/>
            <a:ext cx="10876187"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DABA3F5-B897-6E33-8B92-3509E53E8354}"/>
                  </a:ext>
                </a:extLst>
              </p14:cNvPr>
              <p14:cNvContentPartPr/>
              <p14:nvPr/>
            </p14:nvContentPartPr>
            <p14:xfrm>
              <a:off x="6988480" y="1704680"/>
              <a:ext cx="1181520" cy="792360"/>
            </p14:xfrm>
          </p:contentPart>
        </mc:Choice>
        <mc:Fallback xmlns="">
          <p:pic>
            <p:nvPicPr>
              <p:cNvPr id="6" name="Ink 5">
                <a:extLst>
                  <a:ext uri="{FF2B5EF4-FFF2-40B4-BE49-F238E27FC236}">
                    <a16:creationId xmlns:a16="http://schemas.microsoft.com/office/drawing/2014/main" id="{4DABA3F5-B897-6E33-8B92-3509E53E8354}"/>
                  </a:ext>
                </a:extLst>
              </p:cNvPr>
              <p:cNvPicPr/>
              <p:nvPr/>
            </p:nvPicPr>
            <p:blipFill>
              <a:blip r:embed="rId5"/>
              <a:stretch>
                <a:fillRect/>
              </a:stretch>
            </p:blipFill>
            <p:spPr>
              <a:xfrm>
                <a:off x="6982360" y="1698560"/>
                <a:ext cx="119376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48CB9BA-E401-DB8D-CE21-6CD778C2D58B}"/>
                  </a:ext>
                </a:extLst>
              </p14:cNvPr>
              <p14:cNvContentPartPr/>
              <p14:nvPr/>
            </p14:nvContentPartPr>
            <p14:xfrm>
              <a:off x="2985280" y="3453920"/>
              <a:ext cx="1648440" cy="2267280"/>
            </p14:xfrm>
          </p:contentPart>
        </mc:Choice>
        <mc:Fallback xmlns="">
          <p:pic>
            <p:nvPicPr>
              <p:cNvPr id="7" name="Ink 6">
                <a:extLst>
                  <a:ext uri="{FF2B5EF4-FFF2-40B4-BE49-F238E27FC236}">
                    <a16:creationId xmlns:a16="http://schemas.microsoft.com/office/drawing/2014/main" id="{648CB9BA-E401-DB8D-CE21-6CD778C2D58B}"/>
                  </a:ext>
                </a:extLst>
              </p:cNvPr>
              <p:cNvPicPr/>
              <p:nvPr/>
            </p:nvPicPr>
            <p:blipFill>
              <a:blip r:embed="rId7"/>
              <a:stretch>
                <a:fillRect/>
              </a:stretch>
            </p:blipFill>
            <p:spPr>
              <a:xfrm>
                <a:off x="2979160" y="3447800"/>
                <a:ext cx="1660680" cy="2279520"/>
              </a:xfrm>
              <a:prstGeom prst="rect">
                <a:avLst/>
              </a:prstGeom>
            </p:spPr>
          </p:pic>
        </mc:Fallback>
      </mc:AlternateContent>
      <p:grpSp>
        <p:nvGrpSpPr>
          <p:cNvPr id="10" name="Group 9">
            <a:extLst>
              <a:ext uri="{FF2B5EF4-FFF2-40B4-BE49-F238E27FC236}">
                <a16:creationId xmlns:a16="http://schemas.microsoft.com/office/drawing/2014/main" id="{43F30BCE-B20D-A552-606A-CE597A9233C0}"/>
              </a:ext>
            </a:extLst>
          </p:cNvPr>
          <p:cNvGrpSpPr/>
          <p:nvPr/>
        </p:nvGrpSpPr>
        <p:grpSpPr>
          <a:xfrm>
            <a:off x="1878280" y="-153640"/>
            <a:ext cx="3724200" cy="2901960"/>
            <a:chOff x="1878280" y="-153640"/>
            <a:chExt cx="3724200" cy="290196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E3C227C5-7B1E-7587-7DF8-29B008989290}"/>
                    </a:ext>
                  </a:extLst>
                </p14:cNvPr>
                <p14:cNvContentPartPr/>
                <p14:nvPr/>
              </p14:nvContentPartPr>
              <p14:xfrm>
                <a:off x="1878280" y="-153640"/>
                <a:ext cx="2704680" cy="1830240"/>
              </p14:xfrm>
            </p:contentPart>
          </mc:Choice>
          <mc:Fallback xmlns="">
            <p:pic>
              <p:nvPicPr>
                <p:cNvPr id="8" name="Ink 7">
                  <a:extLst>
                    <a:ext uri="{FF2B5EF4-FFF2-40B4-BE49-F238E27FC236}">
                      <a16:creationId xmlns:a16="http://schemas.microsoft.com/office/drawing/2014/main" id="{E3C227C5-7B1E-7587-7DF8-29B008989290}"/>
                    </a:ext>
                  </a:extLst>
                </p:cNvPr>
                <p:cNvPicPr/>
                <p:nvPr/>
              </p:nvPicPr>
              <p:blipFill>
                <a:blip r:embed="rId9"/>
                <a:stretch>
                  <a:fillRect/>
                </a:stretch>
              </p:blipFill>
              <p:spPr>
                <a:xfrm>
                  <a:off x="1872160" y="-159760"/>
                  <a:ext cx="2716920" cy="184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5135D6D3-5738-0971-6306-03EF2BA0B05C}"/>
                    </a:ext>
                  </a:extLst>
                </p14:cNvPr>
                <p14:cNvContentPartPr/>
                <p14:nvPr/>
              </p14:nvContentPartPr>
              <p14:xfrm>
                <a:off x="3332320" y="1706840"/>
                <a:ext cx="2270160" cy="1041480"/>
              </p14:xfrm>
            </p:contentPart>
          </mc:Choice>
          <mc:Fallback xmlns="">
            <p:pic>
              <p:nvPicPr>
                <p:cNvPr id="9" name="Ink 8">
                  <a:extLst>
                    <a:ext uri="{FF2B5EF4-FFF2-40B4-BE49-F238E27FC236}">
                      <a16:creationId xmlns:a16="http://schemas.microsoft.com/office/drawing/2014/main" id="{5135D6D3-5738-0971-6306-03EF2BA0B05C}"/>
                    </a:ext>
                  </a:extLst>
                </p:cNvPr>
                <p:cNvPicPr/>
                <p:nvPr/>
              </p:nvPicPr>
              <p:blipFill>
                <a:blip r:embed="rId11"/>
                <a:stretch>
                  <a:fillRect/>
                </a:stretch>
              </p:blipFill>
              <p:spPr>
                <a:xfrm>
                  <a:off x="3326200" y="1700720"/>
                  <a:ext cx="2282400" cy="1053720"/>
                </a:xfrm>
                <a:prstGeom prst="rect">
                  <a:avLst/>
                </a:prstGeom>
              </p:spPr>
            </p:pic>
          </mc:Fallback>
        </mc:AlternateContent>
      </p:grpSp>
    </p:spTree>
    <p:extLst>
      <p:ext uri="{BB962C8B-B14F-4D97-AF65-F5344CB8AC3E}">
        <p14:creationId xmlns:p14="http://schemas.microsoft.com/office/powerpoint/2010/main" val="1113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D10EB81-3399-D439-0BF8-F8222E8C285C}"/>
                  </a:ext>
                </a:extLst>
              </p14:cNvPr>
              <p14:cNvContentPartPr/>
              <p14:nvPr/>
            </p14:nvContentPartPr>
            <p14:xfrm>
              <a:off x="3931720" y="1308680"/>
              <a:ext cx="360" cy="2160"/>
            </p14:xfrm>
          </p:contentPart>
        </mc:Choice>
        <mc:Fallback xmlns="">
          <p:pic>
            <p:nvPicPr>
              <p:cNvPr id="4" name="Ink 3">
                <a:extLst>
                  <a:ext uri="{FF2B5EF4-FFF2-40B4-BE49-F238E27FC236}">
                    <a16:creationId xmlns:a16="http://schemas.microsoft.com/office/drawing/2014/main" id="{9D10EB81-3399-D439-0BF8-F8222E8C285C}"/>
                  </a:ext>
                </a:extLst>
              </p:cNvPr>
              <p:cNvPicPr/>
              <p:nvPr/>
            </p:nvPicPr>
            <p:blipFill>
              <a:blip r:embed="rId3"/>
              <a:stretch>
                <a:fillRect/>
              </a:stretch>
            </p:blipFill>
            <p:spPr>
              <a:xfrm>
                <a:off x="3925600" y="1302560"/>
                <a:ext cx="1260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ECEE51E-5FA5-1129-EBF4-807477E5AB08}"/>
                  </a:ext>
                </a:extLst>
              </p14:cNvPr>
              <p14:cNvContentPartPr/>
              <p14:nvPr/>
            </p14:nvContentPartPr>
            <p14:xfrm>
              <a:off x="3474880" y="2732840"/>
              <a:ext cx="360" cy="360"/>
            </p14:xfrm>
          </p:contentPart>
        </mc:Choice>
        <mc:Fallback xmlns="">
          <p:pic>
            <p:nvPicPr>
              <p:cNvPr id="5" name="Ink 4">
                <a:extLst>
                  <a:ext uri="{FF2B5EF4-FFF2-40B4-BE49-F238E27FC236}">
                    <a16:creationId xmlns:a16="http://schemas.microsoft.com/office/drawing/2014/main" id="{DECEE51E-5FA5-1129-EBF4-807477E5AB08}"/>
                  </a:ext>
                </a:extLst>
              </p:cNvPr>
              <p:cNvPicPr/>
              <p:nvPr/>
            </p:nvPicPr>
            <p:blipFill>
              <a:blip r:embed="rId5"/>
              <a:stretch>
                <a:fillRect/>
              </a:stretch>
            </p:blipFill>
            <p:spPr>
              <a:xfrm>
                <a:off x="3468760" y="27267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A503D7BE-2439-BED3-064A-65F85D27DE29}"/>
                  </a:ext>
                </a:extLst>
              </p14:cNvPr>
              <p14:cNvContentPartPr/>
              <p14:nvPr/>
            </p14:nvContentPartPr>
            <p14:xfrm>
              <a:off x="3789520" y="975320"/>
              <a:ext cx="360" cy="360"/>
            </p14:xfrm>
          </p:contentPart>
        </mc:Choice>
        <mc:Fallback xmlns="">
          <p:pic>
            <p:nvPicPr>
              <p:cNvPr id="6" name="Ink 5">
                <a:extLst>
                  <a:ext uri="{FF2B5EF4-FFF2-40B4-BE49-F238E27FC236}">
                    <a16:creationId xmlns:a16="http://schemas.microsoft.com/office/drawing/2014/main" id="{A503D7BE-2439-BED3-064A-65F85D27DE29}"/>
                  </a:ext>
                </a:extLst>
              </p:cNvPr>
              <p:cNvPicPr/>
              <p:nvPr/>
            </p:nvPicPr>
            <p:blipFill>
              <a:blip r:embed="rId5"/>
              <a:stretch>
                <a:fillRect/>
              </a:stretch>
            </p:blipFill>
            <p:spPr>
              <a:xfrm>
                <a:off x="3783400" y="969200"/>
                <a:ext cx="12600" cy="12600"/>
              </a:xfrm>
              <a:prstGeom prst="rect">
                <a:avLst/>
              </a:prstGeom>
            </p:spPr>
          </p:pic>
        </mc:Fallback>
      </mc:AlternateContent>
      <p:pic>
        <p:nvPicPr>
          <p:cNvPr id="8" name="Picture 7" descr="A screenshot of a computer&#10;&#10;AI-generated content may be incorrect.">
            <a:extLst>
              <a:ext uri="{FF2B5EF4-FFF2-40B4-BE49-F238E27FC236}">
                <a16:creationId xmlns:a16="http://schemas.microsoft.com/office/drawing/2014/main" id="{7CA32825-8FE7-3A31-4702-171D31DE8A4A}"/>
              </a:ext>
            </a:extLst>
          </p:cNvPr>
          <p:cNvPicPr>
            <a:picLocks noChangeAspect="1"/>
          </p:cNvPicPr>
          <p:nvPr/>
        </p:nvPicPr>
        <p:blipFill>
          <a:blip r:embed="rId7"/>
          <a:stretch>
            <a:fillRect/>
          </a:stretch>
        </p:blipFill>
        <p:spPr>
          <a:xfrm>
            <a:off x="577404" y="177549"/>
            <a:ext cx="10893235" cy="6146146"/>
          </a:xfrm>
          <a:prstGeom prst="rect">
            <a:avLst/>
          </a:prstGeom>
        </p:spPr>
      </p:pic>
    </p:spTree>
    <p:extLst>
      <p:ext uri="{BB962C8B-B14F-4D97-AF65-F5344CB8AC3E}">
        <p14:creationId xmlns:p14="http://schemas.microsoft.com/office/powerpoint/2010/main" val="500909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AB563-2534-F346-B40E-6A5857B1F1C3}"/>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23CBFA5-FA0A-54C1-AEF2-80177E6CBA30}"/>
                  </a:ext>
                </a:extLst>
              </p14:cNvPr>
              <p14:cNvContentPartPr/>
              <p14:nvPr/>
            </p14:nvContentPartPr>
            <p14:xfrm>
              <a:off x="3931720" y="1308680"/>
              <a:ext cx="360" cy="2160"/>
            </p14:xfrm>
          </p:contentPart>
        </mc:Choice>
        <mc:Fallback xmlns="">
          <p:pic>
            <p:nvPicPr>
              <p:cNvPr id="4" name="Ink 3">
                <a:extLst>
                  <a:ext uri="{FF2B5EF4-FFF2-40B4-BE49-F238E27FC236}">
                    <a16:creationId xmlns:a16="http://schemas.microsoft.com/office/drawing/2014/main" id="{B23CBFA5-FA0A-54C1-AEF2-80177E6CBA30}"/>
                  </a:ext>
                </a:extLst>
              </p:cNvPr>
              <p:cNvPicPr/>
              <p:nvPr/>
            </p:nvPicPr>
            <p:blipFill>
              <a:blip r:embed="rId3"/>
              <a:stretch>
                <a:fillRect/>
              </a:stretch>
            </p:blipFill>
            <p:spPr>
              <a:xfrm>
                <a:off x="3925600" y="1302560"/>
                <a:ext cx="1260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05B23F0-D02F-263A-8FBE-EF7D1BC89C71}"/>
                  </a:ext>
                </a:extLst>
              </p14:cNvPr>
              <p14:cNvContentPartPr/>
              <p14:nvPr/>
            </p14:nvContentPartPr>
            <p14:xfrm>
              <a:off x="3474880" y="2732840"/>
              <a:ext cx="360" cy="360"/>
            </p14:xfrm>
          </p:contentPart>
        </mc:Choice>
        <mc:Fallback xmlns="">
          <p:pic>
            <p:nvPicPr>
              <p:cNvPr id="5" name="Ink 4">
                <a:extLst>
                  <a:ext uri="{FF2B5EF4-FFF2-40B4-BE49-F238E27FC236}">
                    <a16:creationId xmlns:a16="http://schemas.microsoft.com/office/drawing/2014/main" id="{605B23F0-D02F-263A-8FBE-EF7D1BC89C71}"/>
                  </a:ext>
                </a:extLst>
              </p:cNvPr>
              <p:cNvPicPr/>
              <p:nvPr/>
            </p:nvPicPr>
            <p:blipFill>
              <a:blip r:embed="rId5"/>
              <a:stretch>
                <a:fillRect/>
              </a:stretch>
            </p:blipFill>
            <p:spPr>
              <a:xfrm>
                <a:off x="3468760" y="27267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21F87EE-BEC6-FA32-92CD-101993641F9D}"/>
                  </a:ext>
                </a:extLst>
              </p14:cNvPr>
              <p14:cNvContentPartPr/>
              <p14:nvPr/>
            </p14:nvContentPartPr>
            <p14:xfrm>
              <a:off x="3789520" y="975320"/>
              <a:ext cx="360" cy="360"/>
            </p14:xfrm>
          </p:contentPart>
        </mc:Choice>
        <mc:Fallback xmlns="">
          <p:pic>
            <p:nvPicPr>
              <p:cNvPr id="6" name="Ink 5">
                <a:extLst>
                  <a:ext uri="{FF2B5EF4-FFF2-40B4-BE49-F238E27FC236}">
                    <a16:creationId xmlns:a16="http://schemas.microsoft.com/office/drawing/2014/main" id="{721F87EE-BEC6-FA32-92CD-101993641F9D}"/>
                  </a:ext>
                </a:extLst>
              </p:cNvPr>
              <p:cNvPicPr/>
              <p:nvPr/>
            </p:nvPicPr>
            <p:blipFill>
              <a:blip r:embed="rId5"/>
              <a:stretch>
                <a:fillRect/>
              </a:stretch>
            </p:blipFill>
            <p:spPr>
              <a:xfrm>
                <a:off x="3783400" y="969200"/>
                <a:ext cx="12600" cy="12600"/>
              </a:xfrm>
              <a:prstGeom prst="rect">
                <a:avLst/>
              </a:prstGeom>
            </p:spPr>
          </p:pic>
        </mc:Fallback>
      </mc:AlternateContent>
      <p:sp>
        <p:nvSpPr>
          <p:cNvPr id="7" name="TextBox 6">
            <a:extLst>
              <a:ext uri="{FF2B5EF4-FFF2-40B4-BE49-F238E27FC236}">
                <a16:creationId xmlns:a16="http://schemas.microsoft.com/office/drawing/2014/main" id="{2851BF7D-74FA-3207-1E17-3F5652023405}"/>
              </a:ext>
            </a:extLst>
          </p:cNvPr>
          <p:cNvSpPr txBox="1"/>
          <p:nvPr/>
        </p:nvSpPr>
        <p:spPr>
          <a:xfrm>
            <a:off x="528320" y="642055"/>
            <a:ext cx="78740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Unicode MS"/>
              </a:rPr>
              <a:t>base</a:t>
            </a:r>
            <a:r>
              <a:rPr kumimoji="0" lang="zh-CN" altLang="zh-CN" sz="1400" b="0" i="0" u="none" strike="noStrike" cap="none" normalizeH="0" baseline="0" dirty="0">
                <a:ln>
                  <a:noFill/>
                </a:ln>
                <a:solidFill>
                  <a:schemeClr val="tx1"/>
                </a:solidFill>
                <a:effectLst/>
              </a:rPr>
              <a:t> ≈ </a:t>
            </a:r>
            <a:r>
              <a:rPr kumimoji="0" lang="zh-CN" altLang="zh-CN" sz="1800" b="0" i="0" u="none" strike="noStrike" cap="none" normalizeH="0" baseline="0" dirty="0">
                <a:ln>
                  <a:noFill/>
                </a:ln>
                <a:solidFill>
                  <a:schemeClr val="tx1"/>
                </a:solidFill>
                <a:effectLst/>
                <a:latin typeface="Arial Unicode MS"/>
              </a:rPr>
              <a:t>test_bench</a:t>
            </a:r>
            <a:r>
              <a:rPr kumimoji="0" lang="zh-CN" altLang="zh-CN" sz="1400" b="0" i="0" u="none" strike="noStrike" cap="none" normalizeH="0" baseline="0" dirty="0">
                <a:ln>
                  <a:noFill/>
                </a:ln>
                <a:solidFill>
                  <a:schemeClr val="tx1"/>
                </a:solidFill>
                <a:effectLst/>
              </a:rPr>
              <a:t>（或者 </a:t>
            </a:r>
            <a:r>
              <a:rPr kumimoji="0" lang="zh-CN" altLang="zh-CN" sz="1800" b="0" i="0" u="none" strike="noStrike" cap="none" normalizeH="0" baseline="0" dirty="0">
                <a:ln>
                  <a:noFill/>
                </a:ln>
                <a:solidFill>
                  <a:schemeClr val="tx1"/>
                </a:solidFill>
                <a:effectLst/>
                <a:latin typeface="Arial Unicode MS"/>
              </a:rPr>
              <a:t>test_bench + mountboom</a:t>
            </a:r>
            <a:r>
              <a:rPr kumimoji="0" lang="zh-CN" altLang="zh-CN" sz="1400" b="0" i="0" u="none" strike="noStrike" cap="none" normalizeH="0" baseline="0" dirty="0">
                <a:ln>
                  <a:noFill/>
                </a:ln>
                <a:solidFill>
                  <a:schemeClr val="tx1"/>
                </a:solidFill>
                <a:effectLst/>
              </a:rPr>
              <a:t> 这一块底座）</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Unicode MS"/>
              </a:rPr>
              <a:t>boom</a:t>
            </a:r>
            <a:r>
              <a:rPr kumimoji="0" lang="zh-CN" altLang="zh-CN" sz="1400" b="0" i="0" u="none" strike="noStrike" cap="none" normalizeH="0" baseline="0" dirty="0">
                <a:ln>
                  <a:noFill/>
                </a:ln>
                <a:solidFill>
                  <a:schemeClr val="tx1"/>
                </a:solidFill>
                <a:effectLst/>
              </a:rPr>
              <a:t> ≈ </a:t>
            </a:r>
            <a:r>
              <a:rPr kumimoji="0" lang="zh-CN" altLang="zh-CN" sz="1800" b="0" i="0" u="none" strike="noStrike" cap="none" normalizeH="0" baseline="0" dirty="0">
                <a:ln>
                  <a:noFill/>
                </a:ln>
                <a:solidFill>
                  <a:schemeClr val="tx1"/>
                </a:solidFill>
                <a:effectLst/>
                <a:latin typeface="Arial Unicode MS"/>
              </a:rPr>
              <a:t>liftboom</a:t>
            </a:r>
            <a:r>
              <a:rPr kumimoji="0" lang="zh-CN" altLang="zh-CN" sz="1400" b="0" i="0" u="none" strike="noStrike" cap="none" normalizeH="0" baseline="0" dirty="0">
                <a:ln>
                  <a:noFill/>
                </a:ln>
                <a:solidFill>
                  <a:schemeClr val="tx1"/>
                </a:solidFill>
                <a:effectLst/>
              </a:rPr>
              <a:t>（第一节大臂，负责 lift）</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Unicode MS"/>
              </a:rPr>
              <a:t>arm</a:t>
            </a:r>
            <a:r>
              <a:rPr kumimoji="0" lang="zh-CN" altLang="zh-CN" sz="1400" b="0" i="0" u="none" strike="noStrike" cap="none" normalizeH="0" baseline="0" dirty="0">
                <a:ln>
                  <a:noFill/>
                </a:ln>
                <a:solidFill>
                  <a:schemeClr val="tx1"/>
                </a:solidFill>
                <a:effectLst/>
              </a:rPr>
              <a:t> ≈ </a:t>
            </a:r>
            <a:r>
              <a:rPr kumimoji="0" lang="zh-CN" altLang="zh-CN" sz="1800" b="0" i="0" u="none" strike="noStrike" cap="none" normalizeH="0" baseline="0" dirty="0">
                <a:ln>
                  <a:noFill/>
                </a:ln>
                <a:solidFill>
                  <a:schemeClr val="tx1"/>
                </a:solidFill>
                <a:effectLst/>
                <a:latin typeface="Arial Unicode MS"/>
              </a:rPr>
              <a:t>tiltboom</a:t>
            </a:r>
            <a:r>
              <a:rPr kumimoji="0" lang="zh-CN" altLang="zh-CN" sz="1400" b="0" i="0" u="none" strike="noStrike" cap="none" normalizeH="0" baseline="0" dirty="0">
                <a:ln>
                  <a:noFill/>
                </a:ln>
                <a:solidFill>
                  <a:schemeClr val="tx1"/>
                </a:solidFill>
                <a:effectLst/>
              </a:rPr>
              <a:t>（第二节小臂，负责 tilt）</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Unicode MS"/>
              </a:rPr>
              <a:t>bucket</a:t>
            </a:r>
            <a:r>
              <a:rPr kumimoji="0" lang="zh-CN" altLang="zh-CN" sz="1400" b="0" i="0" u="none" strike="noStrike" cap="none" normalizeH="0" baseline="0" dirty="0">
                <a:ln>
                  <a:noFill/>
                </a:ln>
                <a:solidFill>
                  <a:schemeClr val="tx1"/>
                </a:solidFill>
                <a:effectLst/>
              </a:rPr>
              <a:t> ≈ </a:t>
            </a:r>
            <a:r>
              <a:rPr kumimoji="0" lang="zh-CN" altLang="zh-CN" sz="1800" b="0" i="0" u="none" strike="noStrike" cap="none" normalizeH="0" baseline="0" dirty="0">
                <a:ln>
                  <a:noFill/>
                </a:ln>
                <a:solidFill>
                  <a:schemeClr val="tx1"/>
                </a:solidFill>
                <a:effectLst/>
                <a:latin typeface="Arial Unicode MS"/>
              </a:rPr>
              <a:t>scoop</a:t>
            </a:r>
            <a:r>
              <a:rPr kumimoji="0" lang="zh-CN" altLang="zh-CN" sz="1400" b="0" i="0" u="none" strike="noStrike" cap="none" normalizeH="0" baseline="0" dirty="0">
                <a:ln>
                  <a:noFill/>
                </a:ln>
                <a:solidFill>
                  <a:schemeClr val="tx1"/>
                </a:solidFill>
                <a:effectLst/>
              </a:rPr>
              <a:t>（铲斗）</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Unicode MS"/>
              </a:rPr>
              <a:t>tip</a:t>
            </a:r>
            <a:r>
              <a:rPr kumimoji="0" lang="zh-CN" altLang="zh-CN" sz="1400" b="0" i="0" u="none" strike="noStrike" cap="none" normalizeH="0" baseline="0" dirty="0">
                <a:ln>
                  <a:noFill/>
                </a:ln>
                <a:solidFill>
                  <a:schemeClr val="tx1"/>
                </a:solidFill>
                <a:effectLst/>
              </a:rPr>
              <a:t> ≈ </a:t>
            </a:r>
            <a:r>
              <a:rPr kumimoji="0" lang="zh-CN" altLang="zh-CN" sz="1800" b="0" i="0" u="none" strike="noStrike" cap="none" normalizeH="0" baseline="0" dirty="0">
                <a:ln>
                  <a:noFill/>
                </a:ln>
                <a:solidFill>
                  <a:schemeClr val="tx1"/>
                </a:solidFill>
                <a:effectLst/>
                <a:latin typeface="Arial Unicode MS"/>
              </a:rPr>
              <a:t>end_point</a:t>
            </a:r>
            <a:r>
              <a:rPr kumimoji="0" lang="zh-CN" altLang="zh-CN" sz="1400" b="0" i="0" u="none" strike="noStrike" cap="none" normalizeH="0" baseline="0" dirty="0">
                <a:ln>
                  <a:noFill/>
                </a:ln>
                <a:solidFill>
                  <a:schemeClr val="tx1"/>
                </a:solidFill>
                <a:effectLst/>
              </a:rPr>
              <a:t>（末端点）</a:t>
            </a: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5D78CF4-93B0-BE39-300B-757589358408}"/>
              </a:ext>
            </a:extLst>
          </p:cNvPr>
          <p:cNvSpPr txBox="1"/>
          <p:nvPr/>
        </p:nvSpPr>
        <p:spPr>
          <a:xfrm>
            <a:off x="609600" y="2452648"/>
            <a:ext cx="9022080" cy="1477328"/>
          </a:xfrm>
          <a:prstGeom prst="rect">
            <a:avLst/>
          </a:prstGeom>
          <a:noFill/>
        </p:spPr>
        <p:txBody>
          <a:bodyPr wrap="square">
            <a:spAutoFit/>
          </a:bodyPr>
          <a:lstStyle/>
          <a:p>
            <a:r>
              <a:rPr lang="zh-CN" altLang="en-US" dirty="0"/>
              <a:t>test_bench ──fix_to_scene──&gt; mountboom</a:t>
            </a:r>
          </a:p>
          <a:p>
            <a:r>
              <a:rPr lang="zh-CN" altLang="en-US" dirty="0"/>
              <a:t>  └─(revolute_lift)──&gt; liftboom        ← 对应原来的 boom 关节（jointBoom）</a:t>
            </a:r>
          </a:p>
          <a:p>
            <a:r>
              <a:rPr lang="zh-CN" altLang="en-US" dirty="0"/>
              <a:t>        └─(revolute_tilt)──&gt; tiltboom  ← 对应原来的 arm 关节（jointArm）</a:t>
            </a:r>
          </a:p>
          <a:p>
            <a:r>
              <a:rPr lang="zh-CN" altLang="en-US" dirty="0"/>
              <a:t>              └─(revolute_scoop)──&gt; scoop  ← 对应原来的 bucket 关节（jointBucket）</a:t>
            </a:r>
          </a:p>
          <a:p>
            <a:r>
              <a:rPr lang="zh-CN" altLang="en-US" dirty="0"/>
              <a:t>                    └─FixedJoint──&gt; end_point  ← 对应原来的 tip</a:t>
            </a:r>
          </a:p>
        </p:txBody>
      </p:sp>
      <p:sp>
        <p:nvSpPr>
          <p:cNvPr id="12" name="TextBox 11">
            <a:extLst>
              <a:ext uri="{FF2B5EF4-FFF2-40B4-BE49-F238E27FC236}">
                <a16:creationId xmlns:a16="http://schemas.microsoft.com/office/drawing/2014/main" id="{9EEE7640-FC6E-3814-A75B-8D88AD6B1592}"/>
              </a:ext>
            </a:extLst>
          </p:cNvPr>
          <p:cNvSpPr txBox="1"/>
          <p:nvPr/>
        </p:nvSpPr>
        <p:spPr>
          <a:xfrm>
            <a:off x="914200" y="4450591"/>
            <a:ext cx="9865560" cy="646331"/>
          </a:xfrm>
          <a:prstGeom prst="rect">
            <a:avLst/>
          </a:prstGeom>
          <a:noFill/>
        </p:spPr>
        <p:txBody>
          <a:bodyPr wrap="square">
            <a:spAutoFit/>
          </a:bodyPr>
          <a:lstStyle/>
          <a:p>
            <a:r>
              <a:rPr lang="zh-CN" altLang="en-US" dirty="0"/>
              <a:t>&lt;joint name="revolute_tilt" origin="0.20564 0 0.420085" parent="liftboom" child="tiltboom"/&gt;</a:t>
            </a:r>
          </a:p>
          <a:p>
            <a:r>
              <a:rPr lang="zh-CN" altLang="en-US" dirty="0"/>
              <a:t>&lt;joint name="revolute_scoop" origin="0.25 0 0" parent="tiltboom" child="scoop"/&gt;</a:t>
            </a:r>
          </a:p>
        </p:txBody>
      </p:sp>
    </p:spTree>
    <p:extLst>
      <p:ext uri="{BB962C8B-B14F-4D97-AF65-F5344CB8AC3E}">
        <p14:creationId xmlns:p14="http://schemas.microsoft.com/office/powerpoint/2010/main" val="413622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C9B72-F027-1D6D-567A-C223BF9F48F1}"/>
              </a:ext>
            </a:extLst>
          </p:cNvPr>
          <p:cNvSpPr>
            <a:spLocks noGrp="1"/>
          </p:cNvSpPr>
          <p:nvPr>
            <p:ph type="title"/>
          </p:nvPr>
        </p:nvSpPr>
        <p:spPr>
          <a:xfrm>
            <a:off x="586478" y="1683756"/>
            <a:ext cx="3115265" cy="2396359"/>
          </a:xfrm>
        </p:spPr>
        <p:txBody>
          <a:bodyPr anchor="b">
            <a:normAutofit/>
          </a:bodyPr>
          <a:lstStyle/>
          <a:p>
            <a:pPr algn="r"/>
            <a:r>
              <a:rPr lang="en-US" altLang="zh-CN" sz="4000">
                <a:solidFill>
                  <a:srgbClr val="FFFFFF"/>
                </a:solidFill>
              </a:rPr>
              <a:t>base yaw  </a:t>
            </a:r>
            <a:r>
              <a:rPr lang="zh-CN" altLang="en-US" sz="4000">
                <a:solidFill>
                  <a:srgbClr val="FFFFFF"/>
                </a:solidFill>
              </a:rPr>
              <a:t>（</a:t>
            </a:r>
            <a:r>
              <a:rPr lang="en-US" altLang="zh-CN" sz="4000">
                <a:solidFill>
                  <a:srgbClr val="FFFFFF"/>
                </a:solidFill>
              </a:rPr>
              <a:t>when we get base, rotation fuc.</a:t>
            </a:r>
            <a:r>
              <a:rPr lang="zh-CN" altLang="en-US" sz="4000">
                <a:solidFill>
                  <a:srgbClr val="FFFFFF"/>
                </a:solidFill>
              </a:rPr>
              <a:t>）</a:t>
            </a:r>
          </a:p>
        </p:txBody>
      </p:sp>
      <p:graphicFrame>
        <p:nvGraphicFramePr>
          <p:cNvPr id="5" name="Content Placeholder 2">
            <a:extLst>
              <a:ext uri="{FF2B5EF4-FFF2-40B4-BE49-F238E27FC236}">
                <a16:creationId xmlns:a16="http://schemas.microsoft.com/office/drawing/2014/main" id="{937F2C79-4839-39CE-62F0-F9DF48958643}"/>
              </a:ext>
            </a:extLst>
          </p:cNvPr>
          <p:cNvGraphicFramePr>
            <a:graphicFrameLocks noGrp="1"/>
          </p:cNvGraphicFramePr>
          <p:nvPr>
            <p:ph idx="1"/>
            <p:extLst>
              <p:ext uri="{D42A27DB-BD31-4B8C-83A1-F6EECF244321}">
                <p14:modId xmlns:p14="http://schemas.microsoft.com/office/powerpoint/2010/main" val="391321673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8005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FE37-8070-9B22-56D6-6409066D0B5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1E4CAFF-8F4A-06BE-F242-50FA1D0DB3CB}"/>
              </a:ext>
            </a:extLst>
          </p:cNvPr>
          <p:cNvPicPr>
            <a:picLocks noChangeAspect="1"/>
          </p:cNvPicPr>
          <p:nvPr/>
        </p:nvPicPr>
        <p:blipFill>
          <a:blip r:embed="rId2"/>
          <a:srcRect r="6764" b="2"/>
          <a:stretch>
            <a:fillRect/>
          </a:stretch>
        </p:blipFill>
        <p:spPr>
          <a:xfrm>
            <a:off x="719328" y="1105350"/>
            <a:ext cx="4657344" cy="3346704"/>
          </a:xfrm>
          <a:prstGeom prst="rect">
            <a:avLst/>
          </a:prstGeom>
        </p:spPr>
      </p:pic>
      <p:pic>
        <p:nvPicPr>
          <p:cNvPr id="9" name="Picture 8">
            <a:extLst>
              <a:ext uri="{FF2B5EF4-FFF2-40B4-BE49-F238E27FC236}">
                <a16:creationId xmlns:a16="http://schemas.microsoft.com/office/drawing/2014/main" id="{D0CFA84E-0406-DEBD-EAA4-00F10652202A}"/>
              </a:ext>
            </a:extLst>
          </p:cNvPr>
          <p:cNvPicPr>
            <a:picLocks noChangeAspect="1"/>
          </p:cNvPicPr>
          <p:nvPr/>
        </p:nvPicPr>
        <p:blipFill>
          <a:blip r:embed="rId3"/>
          <a:srcRect t="9676" r="4" b="8499"/>
          <a:stretch>
            <a:fillRect/>
          </a:stretch>
        </p:blipFill>
        <p:spPr>
          <a:xfrm>
            <a:off x="6815326" y="1105350"/>
            <a:ext cx="4657346" cy="3346704"/>
          </a:xfrm>
          <a:prstGeom prst="rect">
            <a:avLst/>
          </a:prstGeom>
        </p:spPr>
      </p:pic>
      <p:sp>
        <p:nvSpPr>
          <p:cNvPr id="10" name="TextBox 9">
            <a:extLst>
              <a:ext uri="{FF2B5EF4-FFF2-40B4-BE49-F238E27FC236}">
                <a16:creationId xmlns:a16="http://schemas.microsoft.com/office/drawing/2014/main" id="{C490B29F-6356-E836-8513-6B68C07951C5}"/>
              </a:ext>
            </a:extLst>
          </p:cNvPr>
          <p:cNvSpPr txBox="1"/>
          <p:nvPr/>
        </p:nvSpPr>
        <p:spPr>
          <a:xfrm>
            <a:off x="381000" y="185056"/>
            <a:ext cx="2861681" cy="369332"/>
          </a:xfrm>
          <a:prstGeom prst="rect">
            <a:avLst/>
          </a:prstGeom>
          <a:noFill/>
        </p:spPr>
        <p:txBody>
          <a:bodyPr wrap="none" rtlCol="0">
            <a:spAutoFit/>
          </a:bodyPr>
          <a:lstStyle/>
          <a:p>
            <a:r>
              <a:rPr lang="en-US" altLang="zh-CN" dirty="0" err="1"/>
              <a:t>urdf</a:t>
            </a:r>
            <a:r>
              <a:rPr lang="en-US" altLang="zh-CN" dirty="0"/>
              <a:t>  align with  real robot </a:t>
            </a:r>
            <a:endParaRPr lang="zh-CN" altLang="en-US" dirty="0"/>
          </a:p>
        </p:txBody>
      </p:sp>
      <p:sp>
        <p:nvSpPr>
          <p:cNvPr id="12" name="TextBox 11">
            <a:extLst>
              <a:ext uri="{FF2B5EF4-FFF2-40B4-BE49-F238E27FC236}">
                <a16:creationId xmlns:a16="http://schemas.microsoft.com/office/drawing/2014/main" id="{E2DC1F93-F5E6-1200-394F-B37923436231}"/>
              </a:ext>
            </a:extLst>
          </p:cNvPr>
          <p:cNvSpPr txBox="1"/>
          <p:nvPr/>
        </p:nvSpPr>
        <p:spPr>
          <a:xfrm>
            <a:off x="0" y="6488668"/>
            <a:ext cx="6096000" cy="369332"/>
          </a:xfrm>
          <a:prstGeom prst="rect">
            <a:avLst/>
          </a:prstGeom>
          <a:noFill/>
        </p:spPr>
        <p:txBody>
          <a:bodyPr wrap="square">
            <a:spAutoFit/>
          </a:bodyPr>
          <a:lstStyle/>
          <a:p>
            <a:r>
              <a:rPr lang="zh-CN" altLang="en-US" dirty="0"/>
              <a:t>https://viewer.robotsfan.com/</a:t>
            </a:r>
          </a:p>
        </p:txBody>
      </p:sp>
    </p:spTree>
    <p:extLst>
      <p:ext uri="{BB962C8B-B14F-4D97-AF65-F5344CB8AC3E}">
        <p14:creationId xmlns:p14="http://schemas.microsoft.com/office/powerpoint/2010/main" val="828564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D2E84A5-CFEF-D010-53AF-D3A577108BAC}"/>
              </a:ext>
            </a:extLst>
          </p:cNvPr>
          <p:cNvPicPr>
            <a:picLocks noChangeAspect="1"/>
          </p:cNvPicPr>
          <p:nvPr/>
        </p:nvPicPr>
        <p:blipFill>
          <a:blip r:embed="rId2"/>
          <a:srcRect t="20024"/>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5"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
            <a:extLst>
              <a:ext uri="{FF2B5EF4-FFF2-40B4-BE49-F238E27FC236}">
                <a16:creationId xmlns:a16="http://schemas.microsoft.com/office/drawing/2014/main" id="{6D50E4E0-9489-BE24-48AC-67417444A12C}"/>
              </a:ext>
            </a:extLst>
          </p:cNvPr>
          <p:cNvSpPr>
            <a:spLocks noChangeArrowheads="1"/>
          </p:cNvSpPr>
          <p:nvPr/>
        </p:nvSpPr>
        <p:spPr bwMode="auto">
          <a:xfrm>
            <a:off x="4654294" y="4777739"/>
            <a:ext cx="6897626" cy="139922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zh-CN" sz="1700" b="0" i="0" u="none" strike="noStrike" cap="none" normalizeH="0" baseline="0">
                <a:ln>
                  <a:noFill/>
                </a:ln>
                <a:effectLst/>
              </a:rPr>
              <a:t>The URDF model allows the robotic arm to adopt a horizontal posture, as shown in the right-hand diagram. However, the current configuration on the left side is incapable of this. Restrictions must have been imposed somewhere, as this behaviour is otherwise implausible. Presently, the arm is unable to fully extend and remains in a contracted state.</a:t>
            </a:r>
          </a:p>
        </p:txBody>
      </p:sp>
    </p:spTree>
    <p:extLst>
      <p:ext uri="{BB962C8B-B14F-4D97-AF65-F5344CB8AC3E}">
        <p14:creationId xmlns:p14="http://schemas.microsoft.com/office/powerpoint/2010/main" val="219206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05A250-C5F0-2824-A2FA-BDBB5F04A603}"/>
              </a:ext>
            </a:extLst>
          </p:cNvPr>
          <p:cNvPicPr>
            <a:picLocks noChangeAspect="1"/>
          </p:cNvPicPr>
          <p:nvPr/>
        </p:nvPicPr>
        <p:blipFill>
          <a:blip r:embed="rId2"/>
          <a:stretch>
            <a:fillRect/>
          </a:stretch>
        </p:blipFill>
        <p:spPr>
          <a:xfrm>
            <a:off x="1115615" y="2154147"/>
            <a:ext cx="4742993" cy="2543560"/>
          </a:xfrm>
          <a:prstGeom prst="rect">
            <a:avLst/>
          </a:prstGeom>
        </p:spPr>
      </p:pic>
      <p:cxnSp>
        <p:nvCxnSpPr>
          <p:cNvPr id="18" name="Straight Connector 17">
            <a:extLst>
              <a:ext uri="{FF2B5EF4-FFF2-40B4-BE49-F238E27FC236}">
                <a16:creationId xmlns:a16="http://schemas.microsoft.com/office/drawing/2014/main" id="{4D56677B-C0B7-4DAC-ACAD-8054FF1B5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573887"/>
            <a:ext cx="0" cy="3710227"/>
          </a:xfrm>
          <a:prstGeom prst="line">
            <a:avLst/>
          </a:prstGeom>
          <a:ln w="19050">
            <a:solidFill>
              <a:srgbClr val="FB990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D047825-10DA-1660-5821-D98D28494F9E}"/>
              </a:ext>
            </a:extLst>
          </p:cNvPr>
          <p:cNvPicPr>
            <a:picLocks noChangeAspect="1"/>
          </p:cNvPicPr>
          <p:nvPr/>
        </p:nvPicPr>
        <p:blipFill>
          <a:blip r:embed="rId3"/>
          <a:srcRect r="6764" b="2"/>
          <a:stretch>
            <a:fillRect/>
          </a:stretch>
        </p:blipFill>
        <p:spPr>
          <a:xfrm>
            <a:off x="6343240" y="1727169"/>
            <a:ext cx="4728015" cy="3397515"/>
          </a:xfrm>
          <a:prstGeom prst="rect">
            <a:avLst/>
          </a:prstGeom>
        </p:spPr>
      </p:pic>
    </p:spTree>
    <p:extLst>
      <p:ext uri="{BB962C8B-B14F-4D97-AF65-F5344CB8AC3E}">
        <p14:creationId xmlns:p14="http://schemas.microsoft.com/office/powerpoint/2010/main" val="2163233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20ACCF8-245E-C9C2-2128-7702071E2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77900"/>
            <a:ext cx="12192000" cy="4902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D1F06C9B-3CF8-1A25-124B-72DBCEEF6507}"/>
              </a:ext>
            </a:extLst>
          </p:cNvPr>
          <p:cNvSpPr>
            <a:spLocks noGrp="1"/>
          </p:cNvSpPr>
          <p:nvPr>
            <p:ph type="title"/>
          </p:nvPr>
        </p:nvSpPr>
        <p:spPr>
          <a:xfrm>
            <a:off x="838200" y="365126"/>
            <a:ext cx="10515600" cy="873366"/>
          </a:xfrm>
        </p:spPr>
        <p:txBody>
          <a:bodyPr/>
          <a:lstStyle/>
          <a:p>
            <a:r>
              <a:rPr lang="en-US" altLang="zh-CN" dirty="0"/>
              <a:t>PID limitation</a:t>
            </a:r>
            <a:endParaRPr lang="zh-CN" altLang="en-US" dirty="0"/>
          </a:p>
        </p:txBody>
      </p:sp>
    </p:spTree>
    <p:extLst>
      <p:ext uri="{BB962C8B-B14F-4D97-AF65-F5344CB8AC3E}">
        <p14:creationId xmlns:p14="http://schemas.microsoft.com/office/powerpoint/2010/main" val="1939242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0B087C-1F53-044A-4312-ECB387353B4E}"/>
              </a:ext>
            </a:extLst>
          </p:cNvPr>
          <p:cNvPicPr>
            <a:picLocks noChangeAspect="1"/>
          </p:cNvPicPr>
          <p:nvPr/>
        </p:nvPicPr>
        <p:blipFill>
          <a:blip r:embed="rId2"/>
          <a:stretch>
            <a:fillRect/>
          </a:stretch>
        </p:blipFill>
        <p:spPr>
          <a:xfrm>
            <a:off x="85845" y="39698"/>
            <a:ext cx="5677392" cy="3436918"/>
          </a:xfrm>
          <a:prstGeom prst="rect">
            <a:avLst/>
          </a:prstGeom>
        </p:spPr>
      </p:pic>
      <p:pic>
        <p:nvPicPr>
          <p:cNvPr id="7" name="Picture 6">
            <a:extLst>
              <a:ext uri="{FF2B5EF4-FFF2-40B4-BE49-F238E27FC236}">
                <a16:creationId xmlns:a16="http://schemas.microsoft.com/office/drawing/2014/main" id="{A8BB93D5-6920-5DF4-B331-020F7627EC91}"/>
              </a:ext>
            </a:extLst>
          </p:cNvPr>
          <p:cNvPicPr>
            <a:picLocks noChangeAspect="1"/>
          </p:cNvPicPr>
          <p:nvPr/>
        </p:nvPicPr>
        <p:blipFill>
          <a:blip r:embed="rId3"/>
          <a:stretch>
            <a:fillRect/>
          </a:stretch>
        </p:blipFill>
        <p:spPr>
          <a:xfrm>
            <a:off x="5939600" y="308021"/>
            <a:ext cx="5958165" cy="2900271"/>
          </a:xfrm>
          <a:prstGeom prst="rect">
            <a:avLst/>
          </a:prstGeom>
        </p:spPr>
      </p:pic>
      <p:pic>
        <p:nvPicPr>
          <p:cNvPr id="9" name="Picture 8">
            <a:extLst>
              <a:ext uri="{FF2B5EF4-FFF2-40B4-BE49-F238E27FC236}">
                <a16:creationId xmlns:a16="http://schemas.microsoft.com/office/drawing/2014/main" id="{C85103FB-7CAA-5A28-9274-A7BD65EF9E64}"/>
              </a:ext>
            </a:extLst>
          </p:cNvPr>
          <p:cNvPicPr>
            <a:picLocks noChangeAspect="1"/>
          </p:cNvPicPr>
          <p:nvPr/>
        </p:nvPicPr>
        <p:blipFill>
          <a:blip r:embed="rId4"/>
          <a:stretch>
            <a:fillRect/>
          </a:stretch>
        </p:blipFill>
        <p:spPr>
          <a:xfrm>
            <a:off x="6096000" y="5404"/>
            <a:ext cx="7201524" cy="3505504"/>
          </a:xfrm>
          <a:prstGeom prst="rect">
            <a:avLst/>
          </a:prstGeom>
        </p:spPr>
      </p:pic>
      <p:pic>
        <p:nvPicPr>
          <p:cNvPr id="11" name="Picture 10">
            <a:extLst>
              <a:ext uri="{FF2B5EF4-FFF2-40B4-BE49-F238E27FC236}">
                <a16:creationId xmlns:a16="http://schemas.microsoft.com/office/drawing/2014/main" id="{55EF48D1-6AE0-A465-03EB-BB320A6EA392}"/>
              </a:ext>
            </a:extLst>
          </p:cNvPr>
          <p:cNvPicPr>
            <a:picLocks noChangeAspect="1"/>
          </p:cNvPicPr>
          <p:nvPr/>
        </p:nvPicPr>
        <p:blipFill>
          <a:blip r:embed="rId5"/>
          <a:stretch>
            <a:fillRect/>
          </a:stretch>
        </p:blipFill>
        <p:spPr>
          <a:xfrm>
            <a:off x="609736" y="3664851"/>
            <a:ext cx="4117453" cy="2900271"/>
          </a:xfrm>
          <a:prstGeom prst="rect">
            <a:avLst/>
          </a:prstGeom>
        </p:spPr>
      </p:pic>
      <p:pic>
        <p:nvPicPr>
          <p:cNvPr id="13" name="Picture 12">
            <a:extLst>
              <a:ext uri="{FF2B5EF4-FFF2-40B4-BE49-F238E27FC236}">
                <a16:creationId xmlns:a16="http://schemas.microsoft.com/office/drawing/2014/main" id="{B4985141-543C-0E67-F289-D7EA051C02F2}"/>
              </a:ext>
            </a:extLst>
          </p:cNvPr>
          <p:cNvPicPr>
            <a:picLocks noChangeAspect="1"/>
          </p:cNvPicPr>
          <p:nvPr/>
        </p:nvPicPr>
        <p:blipFill>
          <a:blip r:embed="rId6"/>
          <a:stretch>
            <a:fillRect/>
          </a:stretch>
        </p:blipFill>
        <p:spPr>
          <a:xfrm>
            <a:off x="5096590" y="3891179"/>
            <a:ext cx="6926554" cy="2658800"/>
          </a:xfrm>
          <a:prstGeom prst="rect">
            <a:avLst/>
          </a:prstGeom>
        </p:spPr>
      </p:pic>
      <p:sp>
        <p:nvSpPr>
          <p:cNvPr id="15" name="TextBox 14">
            <a:extLst>
              <a:ext uri="{FF2B5EF4-FFF2-40B4-BE49-F238E27FC236}">
                <a16:creationId xmlns:a16="http://schemas.microsoft.com/office/drawing/2014/main" id="{6C79C2AD-18C9-97A3-FF99-F78B43FF1262}"/>
              </a:ext>
            </a:extLst>
          </p:cNvPr>
          <p:cNvSpPr txBox="1"/>
          <p:nvPr/>
        </p:nvSpPr>
        <p:spPr>
          <a:xfrm>
            <a:off x="5096590" y="3521847"/>
            <a:ext cx="6649654" cy="369332"/>
          </a:xfrm>
          <a:prstGeom prst="rect">
            <a:avLst/>
          </a:prstGeom>
          <a:noFill/>
        </p:spPr>
        <p:txBody>
          <a:bodyPr wrap="square">
            <a:spAutoFit/>
          </a:bodyPr>
          <a:lstStyle/>
          <a:p>
            <a:r>
              <a:rPr lang="zh-CN" altLang="en-US" dirty="0"/>
              <a:t>https://github.com/m-lundberg/simple-pid</a:t>
            </a:r>
          </a:p>
        </p:txBody>
      </p:sp>
    </p:spTree>
    <p:extLst>
      <p:ext uri="{BB962C8B-B14F-4D97-AF65-F5344CB8AC3E}">
        <p14:creationId xmlns:p14="http://schemas.microsoft.com/office/powerpoint/2010/main" val="2830652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197CD-4CD1-703C-75E5-103D89DBE1D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45CA966-349E-34B7-A1B5-18D7A57A34AD}"/>
              </a:ext>
            </a:extLst>
          </p:cNvPr>
          <p:cNvPicPr>
            <a:picLocks noChangeAspect="1"/>
          </p:cNvPicPr>
          <p:nvPr/>
        </p:nvPicPr>
        <p:blipFill>
          <a:blip r:embed="rId2"/>
          <a:stretch>
            <a:fillRect/>
          </a:stretch>
        </p:blipFill>
        <p:spPr>
          <a:xfrm>
            <a:off x="0" y="1182760"/>
            <a:ext cx="6913850" cy="4272825"/>
          </a:xfrm>
          <a:prstGeom prst="rect">
            <a:avLst/>
          </a:prstGeom>
        </p:spPr>
      </p:pic>
      <p:sp>
        <p:nvSpPr>
          <p:cNvPr id="4" name="TextBox 3">
            <a:extLst>
              <a:ext uri="{FF2B5EF4-FFF2-40B4-BE49-F238E27FC236}">
                <a16:creationId xmlns:a16="http://schemas.microsoft.com/office/drawing/2014/main" id="{BAE91BCA-ADC2-6B1E-D2F5-ED92FC980102}"/>
              </a:ext>
            </a:extLst>
          </p:cNvPr>
          <p:cNvSpPr txBox="1"/>
          <p:nvPr/>
        </p:nvSpPr>
        <p:spPr>
          <a:xfrm>
            <a:off x="1252756" y="5584327"/>
            <a:ext cx="9283816" cy="348813"/>
          </a:xfrm>
          <a:prstGeom prst="rect">
            <a:avLst/>
          </a:prstGeom>
          <a:noFill/>
        </p:spPr>
        <p:txBody>
          <a:bodyPr wrap="square">
            <a:spAutoFit/>
          </a:bodyPr>
          <a:lstStyle/>
          <a:p>
            <a:pPr>
              <a:lnSpc>
                <a:spcPts val="2025"/>
              </a:lnSpc>
              <a:buNone/>
            </a:pPr>
            <a:r>
              <a:rPr lang="en-US" altLang="zh-CN" b="0" dirty="0">
                <a:solidFill>
                  <a:srgbClr val="FF0000"/>
                </a:solidFill>
                <a:effectLst/>
                <a:latin typeface="Consolas" panose="020B0609020204030204" pitchFamily="49" charset="0"/>
              </a:rPr>
              <a:t> output = </a:t>
            </a:r>
            <a:r>
              <a:rPr lang="en-US" altLang="zh-CN" b="0" dirty="0" err="1">
                <a:solidFill>
                  <a:srgbClr val="FF0000"/>
                </a:solidFill>
                <a:effectLst/>
                <a:latin typeface="Consolas" panose="020B0609020204030204" pitchFamily="49" charset="0"/>
              </a:rPr>
              <a:t>self._proportional</a:t>
            </a:r>
            <a:r>
              <a:rPr lang="en-US" altLang="zh-CN" b="0" dirty="0">
                <a:solidFill>
                  <a:srgbClr val="FF0000"/>
                </a:solidFill>
                <a:effectLst/>
                <a:latin typeface="Consolas" panose="020B0609020204030204" pitchFamily="49" charset="0"/>
              </a:rPr>
              <a:t> + </a:t>
            </a:r>
            <a:r>
              <a:rPr lang="en-US" altLang="zh-CN" b="0" dirty="0" err="1">
                <a:solidFill>
                  <a:srgbClr val="FF0000"/>
                </a:solidFill>
                <a:effectLst/>
                <a:latin typeface="Consolas" panose="020B0609020204030204" pitchFamily="49" charset="0"/>
              </a:rPr>
              <a:t>self._integral</a:t>
            </a:r>
            <a:r>
              <a:rPr lang="en-US" altLang="zh-CN" b="0" dirty="0">
                <a:solidFill>
                  <a:srgbClr val="FF0000"/>
                </a:solidFill>
                <a:effectLst/>
                <a:latin typeface="Consolas" panose="020B0609020204030204" pitchFamily="49" charset="0"/>
              </a:rPr>
              <a:t> + </a:t>
            </a:r>
            <a:r>
              <a:rPr lang="en-US" altLang="zh-CN" b="0" dirty="0" err="1">
                <a:solidFill>
                  <a:srgbClr val="FF0000"/>
                </a:solidFill>
                <a:effectLst/>
                <a:latin typeface="Consolas" panose="020B0609020204030204" pitchFamily="49" charset="0"/>
              </a:rPr>
              <a:t>self._derivative</a:t>
            </a:r>
            <a:endParaRPr lang="en-US" altLang="zh-CN" b="0" dirty="0">
              <a:solidFill>
                <a:srgbClr val="FF0000"/>
              </a:solidFill>
              <a:effectLst/>
              <a:latin typeface="Consolas" panose="020B0609020204030204" pitchFamily="49" charset="0"/>
            </a:endParaRPr>
          </a:p>
        </p:txBody>
      </p:sp>
    </p:spTree>
    <p:extLst>
      <p:ext uri="{BB962C8B-B14F-4D97-AF65-F5344CB8AC3E}">
        <p14:creationId xmlns:p14="http://schemas.microsoft.com/office/powerpoint/2010/main" val="3896485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51E-0673-CCB4-3BE0-FDDEACFC2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1D8CF-B87D-264E-0153-33EB2CE6F18E}"/>
              </a:ext>
            </a:extLst>
          </p:cNvPr>
          <p:cNvSpPr>
            <a:spLocks noGrp="1"/>
          </p:cNvSpPr>
          <p:nvPr>
            <p:ph type="title"/>
          </p:nvPr>
        </p:nvSpPr>
        <p:spPr/>
        <p:txBody>
          <a:bodyPr/>
          <a:lstStyle/>
          <a:p>
            <a:r>
              <a:rPr lang="en-US" altLang="zh-CN" dirty="0"/>
              <a:t>Get the best performance within certain limitation</a:t>
            </a:r>
            <a:endParaRPr lang="zh-CN" altLang="en-US" dirty="0"/>
          </a:p>
        </p:txBody>
      </p:sp>
      <p:sp>
        <p:nvSpPr>
          <p:cNvPr id="3" name="Content Placeholder 2">
            <a:extLst>
              <a:ext uri="{FF2B5EF4-FFF2-40B4-BE49-F238E27FC236}">
                <a16:creationId xmlns:a16="http://schemas.microsoft.com/office/drawing/2014/main" id="{C1EDD7A3-39BB-04D1-472B-357B92A6B31E}"/>
              </a:ext>
            </a:extLst>
          </p:cNvPr>
          <p:cNvSpPr>
            <a:spLocks noGrp="1"/>
          </p:cNvSpPr>
          <p:nvPr>
            <p:ph idx="1"/>
          </p:nvPr>
        </p:nvSpPr>
        <p:spPr>
          <a:xfrm>
            <a:off x="838200" y="1825625"/>
            <a:ext cx="10515600" cy="825296"/>
          </a:xfrm>
        </p:spPr>
        <p:txBody>
          <a:bodyPr>
            <a:normAutofit fontScale="62500" lnSpcReduction="20000"/>
          </a:bodyPr>
          <a:lstStyle/>
          <a:p>
            <a:r>
              <a:rPr lang="en-US" altLang="zh-CN" dirty="0"/>
              <a:t>Cost function  (energy consumer)</a:t>
            </a:r>
          </a:p>
          <a:p>
            <a:r>
              <a:rPr lang="en-US" altLang="zh-CN" dirty="0"/>
              <a:t>Constraints: such as   joint angle/velocity limits(Physical boundaries)  Energy limits  Actuator limits</a:t>
            </a:r>
            <a:endParaRPr lang="zh-CN" altLang="en-US" dirty="0"/>
          </a:p>
        </p:txBody>
      </p:sp>
      <p:pic>
        <p:nvPicPr>
          <p:cNvPr id="5" name="Picture 4">
            <a:extLst>
              <a:ext uri="{FF2B5EF4-FFF2-40B4-BE49-F238E27FC236}">
                <a16:creationId xmlns:a16="http://schemas.microsoft.com/office/drawing/2014/main" id="{37C696BF-43BC-2F92-6285-B4C6852A81C7}"/>
              </a:ext>
            </a:extLst>
          </p:cNvPr>
          <p:cNvPicPr>
            <a:picLocks noChangeAspect="1"/>
          </p:cNvPicPr>
          <p:nvPr/>
        </p:nvPicPr>
        <p:blipFill>
          <a:blip r:embed="rId2"/>
          <a:stretch>
            <a:fillRect/>
          </a:stretch>
        </p:blipFill>
        <p:spPr>
          <a:xfrm>
            <a:off x="3006055" y="2625754"/>
            <a:ext cx="2617971" cy="2551693"/>
          </a:xfrm>
          <a:prstGeom prst="rect">
            <a:avLst/>
          </a:prstGeom>
        </p:spPr>
      </p:pic>
      <p:sp>
        <p:nvSpPr>
          <p:cNvPr id="7" name="TextBox 6">
            <a:extLst>
              <a:ext uri="{FF2B5EF4-FFF2-40B4-BE49-F238E27FC236}">
                <a16:creationId xmlns:a16="http://schemas.microsoft.com/office/drawing/2014/main" id="{196E9F7B-6196-8D30-C412-37E579D5EAA1}"/>
              </a:ext>
            </a:extLst>
          </p:cNvPr>
          <p:cNvSpPr txBox="1"/>
          <p:nvPr/>
        </p:nvSpPr>
        <p:spPr>
          <a:xfrm>
            <a:off x="5798890" y="2785858"/>
            <a:ext cx="3605169" cy="369332"/>
          </a:xfrm>
          <a:prstGeom prst="rect">
            <a:avLst/>
          </a:prstGeom>
          <a:noFill/>
        </p:spPr>
        <p:txBody>
          <a:bodyPr wrap="square">
            <a:spAutoFit/>
          </a:bodyPr>
          <a:lstStyle/>
          <a:p>
            <a:r>
              <a:rPr lang="en-US" altLang="zh-CN" dirty="0"/>
              <a:t>Single-Input Single-Output (SISO)</a:t>
            </a:r>
            <a:endParaRPr lang="zh-CN" altLang="en-US" dirty="0"/>
          </a:p>
        </p:txBody>
      </p:sp>
      <p:sp>
        <p:nvSpPr>
          <p:cNvPr id="9" name="TextBox 8">
            <a:extLst>
              <a:ext uri="{FF2B5EF4-FFF2-40B4-BE49-F238E27FC236}">
                <a16:creationId xmlns:a16="http://schemas.microsoft.com/office/drawing/2014/main" id="{A70B5F64-C6A7-5DAB-F37B-DF59BBE5B25F}"/>
              </a:ext>
            </a:extLst>
          </p:cNvPr>
          <p:cNvSpPr txBox="1"/>
          <p:nvPr/>
        </p:nvSpPr>
        <p:spPr>
          <a:xfrm>
            <a:off x="329967" y="4918102"/>
            <a:ext cx="11803310" cy="1477328"/>
          </a:xfrm>
          <a:prstGeom prst="rect">
            <a:avLst/>
          </a:prstGeom>
          <a:noFill/>
        </p:spPr>
        <p:txBody>
          <a:bodyPr wrap="square">
            <a:spAutoFit/>
          </a:bodyPr>
          <a:lstStyle/>
          <a:p>
            <a:r>
              <a:rPr lang="zh-CN" altLang="en-US" dirty="0"/>
              <a:t>         r(t)</a:t>
            </a:r>
          </a:p>
          <a:p>
            <a:r>
              <a:rPr lang="zh-CN" altLang="en-US" dirty="0"/>
              <a:t>          ↓</a:t>
            </a:r>
          </a:p>
          <a:p>
            <a:r>
              <a:rPr lang="zh-CN" altLang="en-US" dirty="0"/>
              <a:t>       (+)─── e(t) ──► [ Controller ] ──► u(t) ──► [ System ] ──► y(t)</a:t>
            </a:r>
          </a:p>
          <a:p>
            <a:r>
              <a:rPr lang="zh-CN" altLang="en-US" dirty="0"/>
              <a:t>         ▲                                                                                          │</a:t>
            </a:r>
          </a:p>
          <a:p>
            <a:r>
              <a:rPr lang="zh-CN" altLang="en-US" dirty="0"/>
              <a:t>         └────────────────────────────────────────────┘</a:t>
            </a:r>
          </a:p>
        </p:txBody>
      </p:sp>
      <p:sp>
        <p:nvSpPr>
          <p:cNvPr id="10" name="Rectangle 1">
            <a:extLst>
              <a:ext uri="{FF2B5EF4-FFF2-40B4-BE49-F238E27FC236}">
                <a16:creationId xmlns:a16="http://schemas.microsoft.com/office/drawing/2014/main" id="{9E6ED5D5-E23E-597C-5A90-28C1337E22DA}"/>
              </a:ext>
            </a:extLst>
          </p:cNvPr>
          <p:cNvSpPr>
            <a:spLocks noChangeArrowheads="1"/>
          </p:cNvSpPr>
          <p:nvPr/>
        </p:nvSpPr>
        <p:spPr bwMode="auto">
          <a:xfrm>
            <a:off x="5798890" y="3585942"/>
            <a:ext cx="17748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Reference: 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Output: y(t)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Error: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e(t)=y(t)−r(t)</a:t>
            </a:r>
          </a:p>
        </p:txBody>
      </p:sp>
    </p:spTree>
    <p:extLst>
      <p:ext uri="{BB962C8B-B14F-4D97-AF65-F5344CB8AC3E}">
        <p14:creationId xmlns:p14="http://schemas.microsoft.com/office/powerpoint/2010/main" val="781844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fontScale="90000"/>
          </a:bodyPr>
          <a:lstStyle/>
          <a:p>
            <a:r>
              <a:rPr lang="en-US" sz="4000" dirty="0">
                <a:solidFill>
                  <a:srgbClr val="FFFFFF"/>
                </a:solidFill>
              </a:rPr>
              <a:t>Nonlinear MPC for Excavator Arm Control: Goal</a:t>
            </a:r>
            <a:br>
              <a:rPr lang="en-US" sz="4000" dirty="0">
                <a:solidFill>
                  <a:srgbClr val="FFFFFF"/>
                </a:solidFill>
              </a:rPr>
            </a:br>
            <a:endParaRPr lang="en-US" sz="4000" dirty="0">
              <a:solidFill>
                <a:srgbClr val="FFFFFF"/>
              </a:solidFill>
            </a:endParaRPr>
          </a:p>
        </p:txBody>
      </p:sp>
      <p:graphicFrame>
        <p:nvGraphicFramePr>
          <p:cNvPr id="5" name="Content Placeholder 2">
            <a:extLst>
              <a:ext uri="{FF2B5EF4-FFF2-40B4-BE49-F238E27FC236}">
                <a16:creationId xmlns:a16="http://schemas.microsoft.com/office/drawing/2014/main" id="{DEEC2978-E94D-6129-C551-F6DE9DF18011}"/>
              </a:ext>
            </a:extLst>
          </p:cNvPr>
          <p:cNvGraphicFramePr>
            <a:graphicFrameLocks noGrp="1"/>
          </p:cNvGraphicFramePr>
          <p:nvPr>
            <p:ph idx="1"/>
            <p:extLst>
              <p:ext uri="{D42A27DB-BD31-4B8C-83A1-F6EECF244321}">
                <p14:modId xmlns:p14="http://schemas.microsoft.com/office/powerpoint/2010/main" val="394117037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System Architecture</a:t>
            </a:r>
          </a:p>
        </p:txBody>
      </p:sp>
      <p:graphicFrame>
        <p:nvGraphicFramePr>
          <p:cNvPr id="5" name="Content Placeholder 2">
            <a:extLst>
              <a:ext uri="{FF2B5EF4-FFF2-40B4-BE49-F238E27FC236}">
                <a16:creationId xmlns:a16="http://schemas.microsoft.com/office/drawing/2014/main" id="{6F6A344C-41BE-1AE7-C0F4-B9F1181F39CD}"/>
              </a:ext>
            </a:extLst>
          </p:cNvPr>
          <p:cNvGraphicFramePr>
            <a:graphicFrameLocks noGrp="1"/>
          </p:cNvGraphicFramePr>
          <p:nvPr>
            <p:ph idx="1"/>
            <p:extLst>
              <p:ext uri="{D42A27DB-BD31-4B8C-83A1-F6EECF244321}">
                <p14:modId xmlns:p14="http://schemas.microsoft.com/office/powerpoint/2010/main" val="33786038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D4E81A5-26B1-9736-9E7E-0867DCC0DB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36133" y="2187162"/>
            <a:ext cx="4629094" cy="37654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EA71046-1DF8-9AFC-EF15-64DAA220F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000" y="454769"/>
            <a:ext cx="4141611" cy="9430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363AF6F-E96F-8CCB-FBD2-2F3EF93E9A70}"/>
              </a:ext>
            </a:extLst>
          </p:cNvPr>
          <p:cNvSpPr txBox="1"/>
          <p:nvPr/>
        </p:nvSpPr>
        <p:spPr>
          <a:xfrm>
            <a:off x="7101696" y="1025393"/>
            <a:ext cx="2548156" cy="369332"/>
          </a:xfrm>
          <a:prstGeom prst="rect">
            <a:avLst/>
          </a:prstGeom>
          <a:noFill/>
        </p:spPr>
        <p:txBody>
          <a:bodyPr wrap="square">
            <a:spAutoFit/>
          </a:bodyPr>
          <a:lstStyle/>
          <a:p>
            <a:r>
              <a:rPr lang="zh-CN" altLang="en-US" dirty="0"/>
              <a:t>https://web.casadi.org/</a:t>
            </a:r>
          </a:p>
        </p:txBody>
      </p:sp>
      <p:sp>
        <p:nvSpPr>
          <p:cNvPr id="10" name="TextBox 9">
            <a:extLst>
              <a:ext uri="{FF2B5EF4-FFF2-40B4-BE49-F238E27FC236}">
                <a16:creationId xmlns:a16="http://schemas.microsoft.com/office/drawing/2014/main" id="{54839147-15AC-7369-BD96-B3746A233361}"/>
              </a:ext>
            </a:extLst>
          </p:cNvPr>
          <p:cNvSpPr txBox="1"/>
          <p:nvPr/>
        </p:nvSpPr>
        <p:spPr>
          <a:xfrm>
            <a:off x="7101696" y="1394725"/>
            <a:ext cx="6094562" cy="369332"/>
          </a:xfrm>
          <a:prstGeom prst="rect">
            <a:avLst/>
          </a:prstGeom>
          <a:noFill/>
        </p:spPr>
        <p:txBody>
          <a:bodyPr wrap="square">
            <a:spAutoFit/>
          </a:bodyPr>
          <a:lstStyle/>
          <a:p>
            <a:r>
              <a:rPr lang="zh-CN" altLang="en-US" dirty="0"/>
              <a:t>https://web.casadi.org/docs/#document-symbolic</a:t>
            </a:r>
          </a:p>
        </p:txBody>
      </p:sp>
      <p:graphicFrame>
        <p:nvGraphicFramePr>
          <p:cNvPr id="1030" name="Content Placeholder 2">
            <a:extLst>
              <a:ext uri="{FF2B5EF4-FFF2-40B4-BE49-F238E27FC236}">
                <a16:creationId xmlns:a16="http://schemas.microsoft.com/office/drawing/2014/main" id="{70540CD4-41DD-1BAE-133D-8CC539D27315}"/>
              </a:ext>
            </a:extLst>
          </p:cNvPr>
          <p:cNvGraphicFramePr/>
          <p:nvPr/>
        </p:nvGraphicFramePr>
        <p:xfrm>
          <a:off x="874000" y="1784299"/>
          <a:ext cx="5602301" cy="43312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26865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a:t>Automatic Differentiation (AD)</a:t>
            </a:r>
          </a:p>
        </p:txBody>
      </p:sp>
      <p:sp>
        <p:nvSpPr>
          <p:cNvPr id="3" name="Content Placeholder 2"/>
          <p:cNvSpPr>
            <a:spLocks noGrp="1"/>
          </p:cNvSpPr>
          <p:nvPr>
            <p:ph idx="1"/>
          </p:nvPr>
        </p:nvSpPr>
        <p:spPr>
          <a:xfrm>
            <a:off x="761802" y="2743200"/>
            <a:ext cx="4646905" cy="3613149"/>
          </a:xfrm>
        </p:spPr>
        <p:txBody>
          <a:bodyPr anchor="ctr">
            <a:normAutofit/>
          </a:bodyPr>
          <a:lstStyle/>
          <a:p>
            <a:r>
              <a:rPr lang="en-US" sz="1900"/>
              <a:t>CasADi builds a symbolic computation graph of dynamics, cost, and constraints</a:t>
            </a:r>
          </a:p>
          <a:p>
            <a:r>
              <a:rPr lang="en-US" sz="1900"/>
              <a:t>Automatic Differentiation (AD) computes exact gradients and Jacobians</a:t>
            </a:r>
          </a:p>
          <a:p>
            <a:r>
              <a:rPr lang="en-US" sz="1900"/>
              <a:t>Provides ∇J, ∂g/∂x, and Hessians required by IPOPT</a:t>
            </a:r>
          </a:p>
          <a:p>
            <a:r>
              <a:rPr lang="en-US" sz="1900"/>
              <a:t>Enables fast and robust real-time solution of the MPC NLP</a:t>
            </a:r>
          </a:p>
          <a:p>
            <a:r>
              <a:rPr lang="en-US" sz="1900"/>
              <a:t>No manual derivative derivation needed when the model changes</a:t>
            </a:r>
          </a:p>
        </p:txBody>
      </p:sp>
      <p:pic>
        <p:nvPicPr>
          <p:cNvPr id="5" name="Picture 4" descr="Formulas written on a blackboard">
            <a:extLst>
              <a:ext uri="{FF2B5EF4-FFF2-40B4-BE49-F238E27FC236}">
                <a16:creationId xmlns:a16="http://schemas.microsoft.com/office/drawing/2014/main" id="{96F2FA44-838E-5E28-8D36-50B209492E36}"/>
              </a:ext>
            </a:extLst>
          </p:cNvPr>
          <p:cNvPicPr>
            <a:picLocks noChangeAspect="1"/>
          </p:cNvPicPr>
          <p:nvPr/>
        </p:nvPicPr>
        <p:blipFill>
          <a:blip r:embed="rId2"/>
          <a:srcRect l="18531" r="22068" b="-2"/>
          <a:stretch>
            <a:fillRect/>
          </a:stretch>
        </p:blipFill>
        <p:spPr>
          <a:xfrm>
            <a:off x="6096000" y="1"/>
            <a:ext cx="610282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7F4F1F-13FF-8EE7-5E3B-36B6541E5A49}"/>
              </a:ext>
            </a:extLst>
          </p:cNvPr>
          <p:cNvSpPr>
            <a:spLocks noGrp="1"/>
          </p:cNvSpPr>
          <p:nvPr>
            <p:ph type="title"/>
          </p:nvPr>
        </p:nvSpPr>
        <p:spPr>
          <a:xfrm>
            <a:off x="838200" y="365125"/>
            <a:ext cx="10515600" cy="1306443"/>
          </a:xfrm>
        </p:spPr>
        <p:txBody>
          <a:bodyPr>
            <a:normAutofit/>
          </a:bodyPr>
          <a:lstStyle/>
          <a:p>
            <a:r>
              <a:rPr lang="en-US" altLang="zh-CN" sz="4000"/>
              <a:t>IPOPT and NLPs</a:t>
            </a:r>
            <a:endParaRPr lang="zh-CN" altLang="en-US" sz="4000"/>
          </a:p>
        </p:txBody>
      </p:sp>
      <p:pic>
        <p:nvPicPr>
          <p:cNvPr id="6" name="Picture 5">
            <a:extLst>
              <a:ext uri="{FF2B5EF4-FFF2-40B4-BE49-F238E27FC236}">
                <a16:creationId xmlns:a16="http://schemas.microsoft.com/office/drawing/2014/main" id="{141C8F77-CC8C-3676-CD8D-6C6C04DC8A32}"/>
              </a:ext>
            </a:extLst>
          </p:cNvPr>
          <p:cNvPicPr>
            <a:picLocks noChangeAspect="1"/>
          </p:cNvPicPr>
          <p:nvPr/>
        </p:nvPicPr>
        <p:blipFill>
          <a:blip r:embed="rId2"/>
          <a:srcRect l="19095" r="27834" b="-1"/>
          <a:stretch>
            <a:fillRect/>
          </a:stretch>
        </p:blipFill>
        <p:spPr>
          <a:xfrm>
            <a:off x="7989293" y="1904282"/>
            <a:ext cx="3423093" cy="4224808"/>
          </a:xfrm>
          <a:prstGeom prst="rect">
            <a:avLst/>
          </a:prstGeom>
        </p:spPr>
      </p:pic>
      <p:graphicFrame>
        <p:nvGraphicFramePr>
          <p:cNvPr id="5" name="Content Placeholder 2">
            <a:extLst>
              <a:ext uri="{FF2B5EF4-FFF2-40B4-BE49-F238E27FC236}">
                <a16:creationId xmlns:a16="http://schemas.microsoft.com/office/drawing/2014/main" id="{A204A681-7CCE-17D6-CF52-E3D059057EED}"/>
              </a:ext>
            </a:extLst>
          </p:cNvPr>
          <p:cNvGraphicFramePr>
            <a:graphicFrameLocks noGrp="1"/>
          </p:cNvGraphicFramePr>
          <p:nvPr>
            <p:ph idx="1"/>
            <p:extLst>
              <p:ext uri="{D42A27DB-BD31-4B8C-83A1-F6EECF244321}">
                <p14:modId xmlns:p14="http://schemas.microsoft.com/office/powerpoint/2010/main" val="3051463490"/>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8474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Nonlinear MPC for Excavator Arm</a:t>
            </a:r>
          </a:p>
        </p:txBody>
      </p:sp>
      <p:graphicFrame>
        <p:nvGraphicFramePr>
          <p:cNvPr id="5" name="Content Placeholder 2">
            <a:extLst>
              <a:ext uri="{FF2B5EF4-FFF2-40B4-BE49-F238E27FC236}">
                <a16:creationId xmlns:a16="http://schemas.microsoft.com/office/drawing/2014/main" id="{060B01B8-0C21-D68B-AA8C-C711423D7CB7}"/>
              </a:ext>
            </a:extLst>
          </p:cNvPr>
          <p:cNvGraphicFramePr>
            <a:graphicFrameLocks noGrp="1"/>
          </p:cNvGraphicFramePr>
          <p:nvPr>
            <p:ph idx="1"/>
            <p:extLst>
              <p:ext uri="{D42A27DB-BD31-4B8C-83A1-F6EECF244321}">
                <p14:modId xmlns:p14="http://schemas.microsoft.com/office/powerpoint/2010/main" val="19743710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System Model</a:t>
            </a:r>
          </a:p>
        </p:txBody>
      </p:sp>
      <p:graphicFrame>
        <p:nvGraphicFramePr>
          <p:cNvPr id="5" name="Content Placeholder 2">
            <a:extLst>
              <a:ext uri="{FF2B5EF4-FFF2-40B4-BE49-F238E27FC236}">
                <a16:creationId xmlns:a16="http://schemas.microsoft.com/office/drawing/2014/main" id="{8CF26A89-9D90-84A9-4DD6-D8053ADD7255}"/>
              </a:ext>
            </a:extLst>
          </p:cNvPr>
          <p:cNvGraphicFramePr>
            <a:graphicFrameLocks noGrp="1"/>
          </p:cNvGraphicFramePr>
          <p:nvPr>
            <p:ph idx="1"/>
            <p:extLst>
              <p:ext uri="{D42A27DB-BD31-4B8C-83A1-F6EECF244321}">
                <p14:modId xmlns:p14="http://schemas.microsoft.com/office/powerpoint/2010/main" val="77563884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Dynamics Model</a:t>
            </a:r>
          </a:p>
        </p:txBody>
      </p:sp>
      <p:graphicFrame>
        <p:nvGraphicFramePr>
          <p:cNvPr id="12" name="Content Placeholder 2">
            <a:extLst>
              <a:ext uri="{FF2B5EF4-FFF2-40B4-BE49-F238E27FC236}">
                <a16:creationId xmlns:a16="http://schemas.microsoft.com/office/drawing/2014/main" id="{5B611A75-4E30-C61C-2766-ACC59D84EB12}"/>
              </a:ext>
            </a:extLst>
          </p:cNvPr>
          <p:cNvGraphicFramePr>
            <a:graphicFrameLocks noGrp="1"/>
          </p:cNvGraphicFramePr>
          <p:nvPr>
            <p:ph idx="1"/>
            <p:extLst>
              <p:ext uri="{D42A27DB-BD31-4B8C-83A1-F6EECF244321}">
                <p14:modId xmlns:p14="http://schemas.microsoft.com/office/powerpoint/2010/main" val="302391765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World-Frame Kinematics</a:t>
            </a:r>
          </a:p>
        </p:txBody>
      </p:sp>
      <p:graphicFrame>
        <p:nvGraphicFramePr>
          <p:cNvPr id="5" name="Content Placeholder 2">
            <a:extLst>
              <a:ext uri="{FF2B5EF4-FFF2-40B4-BE49-F238E27FC236}">
                <a16:creationId xmlns:a16="http://schemas.microsoft.com/office/drawing/2014/main" id="{6E1D8ABA-E28A-AA36-7EAF-4BC6F6526BB0}"/>
              </a:ext>
            </a:extLst>
          </p:cNvPr>
          <p:cNvGraphicFramePr>
            <a:graphicFrameLocks noGrp="1"/>
          </p:cNvGraphicFramePr>
          <p:nvPr>
            <p:ph idx="1"/>
            <p:extLst>
              <p:ext uri="{D42A27DB-BD31-4B8C-83A1-F6EECF244321}">
                <p14:modId xmlns:p14="http://schemas.microsoft.com/office/powerpoint/2010/main" val="65287776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MPC Formulation</a:t>
            </a:r>
          </a:p>
        </p:txBody>
      </p:sp>
      <p:graphicFrame>
        <p:nvGraphicFramePr>
          <p:cNvPr id="5" name="Content Placeholder 2">
            <a:extLst>
              <a:ext uri="{FF2B5EF4-FFF2-40B4-BE49-F238E27FC236}">
                <a16:creationId xmlns:a16="http://schemas.microsoft.com/office/drawing/2014/main" id="{7480E6CA-88BC-BC9B-7A90-6A1EBD71532A}"/>
              </a:ext>
            </a:extLst>
          </p:cNvPr>
          <p:cNvGraphicFramePr>
            <a:graphicFrameLocks noGrp="1"/>
          </p:cNvGraphicFramePr>
          <p:nvPr>
            <p:ph idx="1"/>
            <p:extLst>
              <p:ext uri="{D42A27DB-BD31-4B8C-83A1-F6EECF244321}">
                <p14:modId xmlns:p14="http://schemas.microsoft.com/office/powerpoint/2010/main" val="424130310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Receding Horizon Control</a:t>
            </a:r>
          </a:p>
        </p:txBody>
      </p:sp>
      <p:graphicFrame>
        <p:nvGraphicFramePr>
          <p:cNvPr id="5" name="Content Placeholder 2">
            <a:extLst>
              <a:ext uri="{FF2B5EF4-FFF2-40B4-BE49-F238E27FC236}">
                <a16:creationId xmlns:a16="http://schemas.microsoft.com/office/drawing/2014/main" id="{595CB69B-F1C4-A377-BB49-C4C20823C37F}"/>
              </a:ext>
            </a:extLst>
          </p:cNvPr>
          <p:cNvGraphicFramePr>
            <a:graphicFrameLocks noGrp="1"/>
          </p:cNvGraphicFramePr>
          <p:nvPr>
            <p:ph idx="1"/>
            <p:extLst>
              <p:ext uri="{D42A27DB-BD31-4B8C-83A1-F6EECF244321}">
                <p14:modId xmlns:p14="http://schemas.microsoft.com/office/powerpoint/2010/main" val="41626800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US" sz="3400">
                <a:solidFill>
                  <a:srgbClr val="FFFFFF"/>
                </a:solidFill>
              </a:rPr>
              <a:t>Implementation</a:t>
            </a:r>
          </a:p>
        </p:txBody>
      </p:sp>
      <p:graphicFrame>
        <p:nvGraphicFramePr>
          <p:cNvPr id="23" name="Content Placeholder 2">
            <a:extLst>
              <a:ext uri="{FF2B5EF4-FFF2-40B4-BE49-F238E27FC236}">
                <a16:creationId xmlns:a16="http://schemas.microsoft.com/office/drawing/2014/main" id="{143B2FC7-8DF9-0289-1487-72BBA9F03AFA}"/>
              </a:ext>
            </a:extLst>
          </p:cNvPr>
          <p:cNvGraphicFramePr>
            <a:graphicFrameLocks noGrp="1"/>
          </p:cNvGraphicFramePr>
          <p:nvPr>
            <p:ph idx="1"/>
            <p:extLst>
              <p:ext uri="{D42A27DB-BD31-4B8C-83A1-F6EECF244321}">
                <p14:modId xmlns:p14="http://schemas.microsoft.com/office/powerpoint/2010/main" val="395438097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Simulation Results</a:t>
            </a:r>
          </a:p>
        </p:txBody>
      </p:sp>
      <p:graphicFrame>
        <p:nvGraphicFramePr>
          <p:cNvPr id="5" name="Content Placeholder 2">
            <a:extLst>
              <a:ext uri="{FF2B5EF4-FFF2-40B4-BE49-F238E27FC236}">
                <a16:creationId xmlns:a16="http://schemas.microsoft.com/office/drawing/2014/main" id="{8E4A8DD1-C828-53BB-B04F-A32D5854C9C1}"/>
              </a:ext>
            </a:extLst>
          </p:cNvPr>
          <p:cNvGraphicFramePr>
            <a:graphicFrameLocks noGrp="1"/>
          </p:cNvGraphicFramePr>
          <p:nvPr>
            <p:ph idx="1"/>
            <p:extLst>
              <p:ext uri="{D42A27DB-BD31-4B8C-83A1-F6EECF244321}">
                <p14:modId xmlns:p14="http://schemas.microsoft.com/office/powerpoint/2010/main" val="181207263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0A432-3492-2D88-56E3-77FEC93C140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00FB52-F8C0-CDA7-7FE7-14F3769433AB}"/>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altLang="zh-CN" sz="3100" kern="1200">
                <a:solidFill>
                  <a:srgbClr val="FFFFFF"/>
                </a:solidFill>
                <a:latin typeface="+mj-lt"/>
                <a:ea typeface="+mj-ea"/>
                <a:cs typeface="+mj-cs"/>
              </a:rPr>
              <a:t>This project is based on this open resources but has a huge different  and  we upgraded this one , adapted to our own.</a:t>
            </a:r>
          </a:p>
        </p:txBody>
      </p:sp>
      <p:sp>
        <p:nvSpPr>
          <p:cNvPr id="3" name="Content Placeholder 2">
            <a:extLst>
              <a:ext uri="{FF2B5EF4-FFF2-40B4-BE49-F238E27FC236}">
                <a16:creationId xmlns:a16="http://schemas.microsoft.com/office/drawing/2014/main" id="{7C029E90-962A-06CA-AB86-7125C834A7FB}"/>
              </a:ext>
            </a:extLst>
          </p:cNvPr>
          <p:cNvSpPr>
            <a:spLocks noGrp="1"/>
          </p:cNvSpPr>
          <p:nvPr>
            <p:ph idx="1"/>
          </p:nvPr>
        </p:nvSpPr>
        <p:spPr>
          <a:xfrm>
            <a:off x="4380855" y="1412489"/>
            <a:ext cx="3427283" cy="4363844"/>
          </a:xfrm>
        </p:spPr>
        <p:txBody>
          <a:bodyPr vert="horz" lIns="91440" tIns="45720" rIns="91440" bIns="45720" rtlCol="0">
            <a:normAutofit/>
          </a:bodyPr>
          <a:lstStyle/>
          <a:p>
            <a:r>
              <a:rPr lang="en-US" altLang="zh-CN" sz="2000" dirty="0"/>
              <a:t>https://github.com/xuexianlim/eXactMPC</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ECA6DC27-C8E5-7B2E-F6D2-6BC2838E5965}"/>
              </a:ext>
            </a:extLst>
          </p:cNvPr>
          <p:cNvSpPr txBox="1">
            <a:spLocks/>
          </p:cNvSpPr>
          <p:nvPr/>
        </p:nvSpPr>
        <p:spPr>
          <a:xfrm>
            <a:off x="8451604" y="1412489"/>
            <a:ext cx="3197701" cy="3657599"/>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228600">
              <a:spcAft>
                <a:spcPts val="600"/>
              </a:spcAft>
              <a:buFont typeface="Arial" panose="020B0604020202020204" pitchFamily="34" charset="0"/>
              <a:buChar char="•"/>
            </a:pPr>
            <a:r>
              <a:rPr lang="en-US" altLang="zh-CN" sz="2000" b="1" dirty="0">
                <a:latin typeface="+mn-lt"/>
                <a:ea typeface="+mn-ea"/>
                <a:cs typeface="+mn-cs"/>
              </a:rPr>
              <a:t>Inherit from this one </a:t>
            </a:r>
          </a:p>
          <a:p>
            <a:pPr indent="-228600">
              <a:spcAft>
                <a:spcPts val="600"/>
              </a:spcAft>
              <a:buFont typeface="Arial" panose="020B0604020202020204" pitchFamily="34" charset="0"/>
              <a:buChar char="•"/>
            </a:pPr>
            <a:endParaRPr lang="en-US" altLang="zh-CN" sz="2000" b="1" dirty="0">
              <a:latin typeface="+mn-lt"/>
              <a:ea typeface="+mn-ea"/>
              <a:cs typeface="+mn-cs"/>
            </a:endParaRPr>
          </a:p>
          <a:p>
            <a:pPr indent="-228600">
              <a:spcAft>
                <a:spcPts val="600"/>
              </a:spcAft>
              <a:buFont typeface="Arial" panose="020B0604020202020204" pitchFamily="34" charset="0"/>
              <a:buChar char="•"/>
            </a:pPr>
            <a:r>
              <a:rPr lang="en-US" altLang="zh-CN" sz="2000" b="1" dirty="0">
                <a:latin typeface="+mn-lt"/>
                <a:ea typeface="+mn-ea"/>
                <a:cs typeface="+mn-cs"/>
              </a:rPr>
              <a:t>2D- 4D </a:t>
            </a:r>
          </a:p>
          <a:p>
            <a:pPr indent="-228600">
              <a:spcAft>
                <a:spcPts val="600"/>
              </a:spcAft>
              <a:buFont typeface="Arial" panose="020B0604020202020204" pitchFamily="34" charset="0"/>
              <a:buChar char="•"/>
            </a:pPr>
            <a:r>
              <a:rPr lang="en-US" altLang="zh-CN" sz="2000" b="1" dirty="0">
                <a:latin typeface="+mn-lt"/>
                <a:ea typeface="+mn-ea"/>
                <a:cs typeface="+mn-cs"/>
              </a:rPr>
              <a:t>customed visualization tool</a:t>
            </a:r>
          </a:p>
          <a:p>
            <a:pPr indent="-228600">
              <a:spcAft>
                <a:spcPts val="600"/>
              </a:spcAft>
              <a:buFont typeface="Arial" panose="020B0604020202020204" pitchFamily="34" charset="0"/>
              <a:buChar char="•"/>
            </a:pPr>
            <a:endParaRPr lang="en-US" altLang="zh-CN" sz="2000" dirty="0">
              <a:latin typeface="+mn-lt"/>
              <a:ea typeface="+mn-ea"/>
              <a:cs typeface="+mn-cs"/>
            </a:endParaRPr>
          </a:p>
        </p:txBody>
      </p:sp>
    </p:spTree>
    <p:extLst>
      <p:ext uri="{BB962C8B-B14F-4D97-AF65-F5344CB8AC3E}">
        <p14:creationId xmlns:p14="http://schemas.microsoft.com/office/powerpoint/2010/main" val="378896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Conclusion &amp; Future Work</a:t>
            </a: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Unified world-frame MPC for excavator arms</a:t>
            </a:r>
          </a:p>
          <a:p>
            <a:r>
              <a:rPr lang="en-US" sz="2000"/>
              <a:t>Efficient and constraint-consistent control</a:t>
            </a:r>
          </a:p>
          <a:p>
            <a:r>
              <a:rPr lang="en-US" sz="2000"/>
              <a:t>Future: hydraulics, soil interaction, real hardware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A7196-9DFD-0444-A3AE-6E9733AF4240}"/>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DF4C4BA-EA96-C178-4863-DD24CCDEB362}"/>
              </a:ext>
            </a:extLst>
          </p:cNvPr>
          <p:cNvSpPr txBox="1">
            <a:spLocks/>
          </p:cNvSpPr>
          <p:nvPr/>
        </p:nvSpPr>
        <p:spPr>
          <a:xfrm>
            <a:off x="252898" y="1413363"/>
            <a:ext cx="6820761" cy="433127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hlinkClick r:id="rId2"/>
              </a:rPr>
              <a:t>Nonlinear programs</a:t>
            </a:r>
            <a:r>
              <a:rPr lang="en-US" altLang="zh-CN" dirty="0"/>
              <a:t> (NLPs), possibly with integer variables (MINLP), can be solved using block structure or general sparsity exploiting sequential quadratic programming (SQP) or interfaces to IPOPT/BONMIN, </a:t>
            </a:r>
            <a:r>
              <a:rPr lang="en-US" altLang="zh-CN" dirty="0" err="1"/>
              <a:t>BlockSQP</a:t>
            </a:r>
            <a:r>
              <a:rPr lang="en-US" altLang="zh-CN" dirty="0"/>
              <a:t>, WORHP, KNITRO, SNOPT, SLEQP, and </a:t>
            </a:r>
            <a:r>
              <a:rPr lang="en-US" altLang="zh-CN" dirty="0" err="1"/>
              <a:t>Alpaqa</a:t>
            </a:r>
            <a:r>
              <a:rPr lang="en-US" altLang="zh-CN" dirty="0"/>
              <a:t>. Solution sensitivities, up to arbitrary order, can be calculated analytically. </a:t>
            </a:r>
            <a:r>
              <a:rPr lang="en-US" altLang="zh-CN" dirty="0">
                <a:hlinkClick r:id="rId3"/>
              </a:rPr>
              <a:t>Quadratic programs</a:t>
            </a:r>
            <a:r>
              <a:rPr lang="en-US" altLang="zh-CN" dirty="0"/>
              <a:t> (QPs), possibly with integer variables (MIQP), can be solved using a primal-dual active-set method [3] or interfaces to CPLEX, GUROBI, HPIPM, OOQP, </a:t>
            </a:r>
            <a:r>
              <a:rPr lang="en-US" altLang="zh-CN" dirty="0" err="1"/>
              <a:t>qpOASES</a:t>
            </a:r>
            <a:r>
              <a:rPr lang="en-US" altLang="zh-CN" dirty="0"/>
              <a:t> or </a:t>
            </a:r>
            <a:r>
              <a:rPr lang="en-US" altLang="zh-CN" dirty="0" err="1"/>
              <a:t>HiGHS</a:t>
            </a:r>
            <a:r>
              <a:rPr lang="en-US" altLang="zh-CN" dirty="0"/>
              <a:t>.</a:t>
            </a:r>
            <a:endParaRPr lang="zh-CN" altLang="en-US" sz="3200" dirty="0"/>
          </a:p>
        </p:txBody>
      </p:sp>
      <p:sp>
        <p:nvSpPr>
          <p:cNvPr id="3" name="Title 1">
            <a:extLst>
              <a:ext uri="{FF2B5EF4-FFF2-40B4-BE49-F238E27FC236}">
                <a16:creationId xmlns:a16="http://schemas.microsoft.com/office/drawing/2014/main" id="{0AE6889D-AB74-72DD-EC18-FFCFAC9C3B5C}"/>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NLP</a:t>
            </a:r>
            <a:endParaRPr lang="en-US" altLang="zh-CN" sz="5400" kern="1200" dirty="0">
              <a:latin typeface="+mj-lt"/>
              <a:ea typeface="+mj-ea"/>
              <a:cs typeface="+mj-cs"/>
            </a:endParaRPr>
          </a:p>
        </p:txBody>
      </p:sp>
      <p:pic>
        <p:nvPicPr>
          <p:cNvPr id="5" name="Picture 4">
            <a:extLst>
              <a:ext uri="{FF2B5EF4-FFF2-40B4-BE49-F238E27FC236}">
                <a16:creationId xmlns:a16="http://schemas.microsoft.com/office/drawing/2014/main" id="{BA9B50F2-3F37-EA8F-EA8E-6A55C90F4C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5092" y="479136"/>
            <a:ext cx="1532672" cy="34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721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09ACA-D656-ABCC-2D0A-8F74929A9C69}"/>
              </a:ext>
            </a:extLst>
          </p:cNvPr>
          <p:cNvSpPr>
            <a:spLocks noGrp="1"/>
          </p:cNvSpPr>
          <p:nvPr>
            <p:ph type="title"/>
          </p:nvPr>
        </p:nvSpPr>
        <p:spPr>
          <a:xfrm>
            <a:off x="311990" y="1239749"/>
            <a:ext cx="8901021" cy="2857798"/>
          </a:xfrm>
        </p:spPr>
        <p:txBody>
          <a:bodyPr>
            <a:normAutofit/>
          </a:bodyPr>
          <a:lstStyle/>
          <a:p>
            <a:r>
              <a:rPr lang="en-US" altLang="zh-CN" dirty="0"/>
              <a:t>This project is based on this open resources but has a huge different  and  we upgraded this one , adapted to our own.</a:t>
            </a:r>
            <a:endParaRPr lang="zh-CN" altLang="en-US" dirty="0"/>
          </a:p>
        </p:txBody>
      </p:sp>
      <p:sp>
        <p:nvSpPr>
          <p:cNvPr id="3" name="Content Placeholder 2">
            <a:extLst>
              <a:ext uri="{FF2B5EF4-FFF2-40B4-BE49-F238E27FC236}">
                <a16:creationId xmlns:a16="http://schemas.microsoft.com/office/drawing/2014/main" id="{B87BBC87-424C-7B94-EE9B-2691CB17CA5E}"/>
              </a:ext>
            </a:extLst>
          </p:cNvPr>
          <p:cNvSpPr>
            <a:spLocks noGrp="1"/>
          </p:cNvSpPr>
          <p:nvPr>
            <p:ph idx="1"/>
          </p:nvPr>
        </p:nvSpPr>
        <p:spPr>
          <a:xfrm>
            <a:off x="412255" y="4399471"/>
            <a:ext cx="6963330" cy="621552"/>
          </a:xfrm>
        </p:spPr>
        <p:txBody>
          <a:bodyPr/>
          <a:lstStyle/>
          <a:p>
            <a:r>
              <a:rPr lang="en-US" altLang="zh-CN" dirty="0"/>
              <a:t>https://github.com/xuexianlim/eXactMPC</a:t>
            </a:r>
            <a:endParaRPr lang="zh-CN" altLang="en-US" dirty="0"/>
          </a:p>
        </p:txBody>
      </p:sp>
      <p:sp>
        <p:nvSpPr>
          <p:cNvPr id="4" name="Title 1">
            <a:extLst>
              <a:ext uri="{FF2B5EF4-FFF2-40B4-BE49-F238E27FC236}">
                <a16:creationId xmlns:a16="http://schemas.microsoft.com/office/drawing/2014/main" id="{89056429-838B-48D5-3A59-56A122FF8CC2}"/>
              </a:ext>
            </a:extLst>
          </p:cNvPr>
          <p:cNvSpPr txBox="1">
            <a:spLocks/>
          </p:cNvSpPr>
          <p:nvPr/>
        </p:nvSpPr>
        <p:spPr>
          <a:xfrm>
            <a:off x="412255" y="506356"/>
            <a:ext cx="2926168" cy="418678"/>
          </a:xfrm>
          <a:prstGeom prst="rect">
            <a:avLst/>
          </a:prstGeom>
        </p:spPr>
        <p:txBody>
          <a:bodyPr vert="horz" lIns="91440" tIns="45720" rIns="91440" bIns="45720" rtlCol="0" anchor="t">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Inherit from this one </a:t>
            </a:r>
            <a:endParaRPr lang="en-US" altLang="zh-CN" sz="5400" dirty="0"/>
          </a:p>
        </p:txBody>
      </p:sp>
    </p:spTree>
    <p:extLst>
      <p:ext uri="{BB962C8B-B14F-4D97-AF65-F5344CB8AC3E}">
        <p14:creationId xmlns:p14="http://schemas.microsoft.com/office/powerpoint/2010/main" val="4138869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7607E-4F38-5FB4-CD6E-EF40C5836B67}"/>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1A2B64-13BD-D4EF-42EF-C82AD99BD241}"/>
              </a:ext>
            </a:extLst>
          </p:cNvPr>
          <p:cNvSpPr txBox="1">
            <a:spLocks/>
          </p:cNvSpPr>
          <p:nvPr/>
        </p:nvSpPr>
        <p:spPr>
          <a:xfrm>
            <a:off x="144836" y="921737"/>
            <a:ext cx="9318623" cy="433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mpc_realtime_gui.py: </a:t>
            </a:r>
            <a:r>
              <a:rPr lang="en-US" altLang="zh-CN" dirty="0" err="1"/>
              <a:t>Tkinter</a:t>
            </a:r>
            <a:r>
              <a:rPr lang="en-US" altLang="zh-CN" dirty="0"/>
              <a:t> + Matplotlib app that is the main entry point. Collects target pose/initial joints, runs a </a:t>
            </a:r>
            <a:r>
              <a:rPr lang="en-US" altLang="zh-CN" dirty="0" err="1"/>
              <a:t>realtime</a:t>
            </a:r>
            <a:r>
              <a:rPr lang="en-US" altLang="zh-CN" dirty="0"/>
              <a:t> MPC loop (k steps over </a:t>
            </a:r>
            <a:r>
              <a:rPr lang="en-US" altLang="zh-CN" dirty="0" err="1"/>
              <a:t>TSim</a:t>
            </a:r>
            <a:r>
              <a:rPr lang="en-US" altLang="zh-CN" dirty="0"/>
              <a:t>), calls </a:t>
            </a:r>
            <a:r>
              <a:rPr lang="en-US" altLang="zh-CN" dirty="0" err="1"/>
              <a:t>NLP.solveNLP</a:t>
            </a:r>
            <a:r>
              <a:rPr lang="en-US" altLang="zh-CN" dirty="0"/>
              <a:t> each tick, advances the plant with the same double-integrator model, and renders a 3D arm, gripper lines, current/desired/predicted markers, and optional tip trajectory. Supports saving frames (MPC_SAVE_FRAMES=1) and logging metrics/plots (MPC_LOG_RESULTS=1).</a:t>
            </a:r>
          </a:p>
        </p:txBody>
      </p:sp>
      <p:sp>
        <p:nvSpPr>
          <p:cNvPr id="3" name="Title 1">
            <a:extLst>
              <a:ext uri="{FF2B5EF4-FFF2-40B4-BE49-F238E27FC236}">
                <a16:creationId xmlns:a16="http://schemas.microsoft.com/office/drawing/2014/main" id="{A50AB402-781E-8183-4320-B8D748C0E411}"/>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Architecture</a:t>
            </a:r>
            <a:endParaRPr lang="en-US" altLang="zh-CN" sz="5400" kern="1200" dirty="0">
              <a:latin typeface="+mj-lt"/>
              <a:ea typeface="+mj-ea"/>
              <a:cs typeface="+mj-cs"/>
            </a:endParaRPr>
          </a:p>
        </p:txBody>
      </p:sp>
    </p:spTree>
    <p:extLst>
      <p:ext uri="{BB962C8B-B14F-4D97-AF65-F5344CB8AC3E}">
        <p14:creationId xmlns:p14="http://schemas.microsoft.com/office/powerpoint/2010/main" val="2907036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DAD1-AE47-4218-6202-864F67499DA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EBBCDD0-1989-49FD-87F1-01D551EE081D}"/>
              </a:ext>
            </a:extLst>
          </p:cNvPr>
          <p:cNvSpPr txBox="1">
            <a:spLocks/>
          </p:cNvSpPr>
          <p:nvPr/>
        </p:nvSpPr>
        <p:spPr>
          <a:xfrm>
            <a:off x="144836" y="921737"/>
            <a:ext cx="10871096" cy="34777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NLPSolver.py: </a:t>
            </a:r>
          </a:p>
          <a:p>
            <a:pPr marL="0" indent="0">
              <a:buNone/>
            </a:pPr>
            <a:r>
              <a:rPr lang="en-US" altLang="zh-CN" dirty="0"/>
              <a:t>Builds the CasADi NMPC for 4-DOF joints (yaw + boom/arm/bucket) with horizon N=20, step Ts=T/N. Uses joint-space double-integrator dynamics, URDF-consistent forward kinematics for cost, box constraints on angles/velocities/accelerations, and warm-start shifting. Mode and </a:t>
            </a:r>
            <a:r>
              <a:rPr lang="en-US" altLang="zh-CN" dirty="0" err="1"/>
              <a:t>DutyCycle</a:t>
            </a:r>
            <a:r>
              <a:rPr lang="en-US" altLang="zh-CN" dirty="0"/>
              <a:t> set operating regime and load factors.</a:t>
            </a:r>
          </a:p>
        </p:txBody>
      </p:sp>
      <p:sp>
        <p:nvSpPr>
          <p:cNvPr id="3" name="Title 1">
            <a:extLst>
              <a:ext uri="{FF2B5EF4-FFF2-40B4-BE49-F238E27FC236}">
                <a16:creationId xmlns:a16="http://schemas.microsoft.com/office/drawing/2014/main" id="{D1E8994E-A9F3-16CA-ED07-8BAEC69459D2}"/>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Architecture</a:t>
            </a:r>
            <a:endParaRPr lang="en-US" altLang="zh-CN" sz="5400" kern="1200" dirty="0">
              <a:latin typeface="+mj-lt"/>
              <a:ea typeface="+mj-ea"/>
              <a:cs typeface="+mj-cs"/>
            </a:endParaRPr>
          </a:p>
        </p:txBody>
      </p:sp>
    </p:spTree>
    <p:extLst>
      <p:ext uri="{BB962C8B-B14F-4D97-AF65-F5344CB8AC3E}">
        <p14:creationId xmlns:p14="http://schemas.microsoft.com/office/powerpoint/2010/main" val="1128746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D7472E0-241B-C3AF-E2C8-6B77062E7C8A}"/>
              </a:ext>
            </a:extLst>
          </p:cNvPr>
          <p:cNvSpPr txBox="1">
            <a:spLocks/>
          </p:cNvSpPr>
          <p:nvPr/>
        </p:nvSpPr>
        <p:spPr>
          <a:xfrm>
            <a:off x="377750" y="1111518"/>
            <a:ext cx="10871096" cy="34777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NLPSolver.py:</a:t>
            </a:r>
          </a:p>
          <a:p>
            <a:pPr marL="0" indent="0">
              <a:buNone/>
            </a:pPr>
            <a:r>
              <a:rPr lang="en-US" altLang="zh-CN" dirty="0"/>
              <a:t> </a:t>
            </a:r>
          </a:p>
          <a:p>
            <a:r>
              <a:rPr lang="en-US" altLang="zh-CN" dirty="0"/>
              <a:t>use the CasADi numeric/symbolic optimization library to build and solve the NLP</a:t>
            </a:r>
          </a:p>
          <a:p>
            <a:r>
              <a:rPr lang="en-US" altLang="zh-CN" dirty="0"/>
              <a:t>use the excavator model utilities (FK/IK, actuator mappings, etc.) used by the solver and visualization.</a:t>
            </a:r>
          </a:p>
          <a:p>
            <a:r>
              <a:rPr lang="en-US" altLang="zh-CN" dirty="0"/>
              <a:t>Imports the </a:t>
            </a:r>
            <a:r>
              <a:rPr lang="en-US" altLang="zh-CN" dirty="0" err="1"/>
              <a:t>DutyCycle</a:t>
            </a:r>
            <a:r>
              <a:rPr lang="en-US" altLang="zh-CN" dirty="0"/>
              <a:t> </a:t>
            </a:r>
            <a:r>
              <a:rPr lang="en-US" altLang="zh-CN" dirty="0" err="1"/>
              <a:t>enum</a:t>
            </a:r>
            <a:r>
              <a:rPr lang="en-US" altLang="zh-CN" dirty="0"/>
              <a:t> from the model to pick the load/operating regime (e.g., S1/S2), affecting solver parameters.</a:t>
            </a:r>
            <a:endParaRPr lang="zh-CN" altLang="en-US" dirty="0"/>
          </a:p>
          <a:p>
            <a:pPr marL="0" indent="0">
              <a:buNone/>
            </a:pPr>
            <a:endParaRPr lang="en-US" altLang="zh-CN" dirty="0"/>
          </a:p>
        </p:txBody>
      </p:sp>
    </p:spTree>
    <p:extLst>
      <p:ext uri="{BB962C8B-B14F-4D97-AF65-F5344CB8AC3E}">
        <p14:creationId xmlns:p14="http://schemas.microsoft.com/office/powerpoint/2010/main" val="3361283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B0F9-66EA-B95C-EAFA-F21B3A70E54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575A252-7798-670A-777F-43AE26841B22}"/>
              </a:ext>
            </a:extLst>
          </p:cNvPr>
          <p:cNvSpPr txBox="1">
            <a:spLocks/>
          </p:cNvSpPr>
          <p:nvPr/>
        </p:nvSpPr>
        <p:spPr>
          <a:xfrm>
            <a:off x="291485" y="828136"/>
            <a:ext cx="10543292" cy="53224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t>Target comes in as world-frame (x, y, z, phi) and is fed into the solver parameters Target XYZ and Target Phi.</a:t>
            </a:r>
          </a:p>
          <a:p>
            <a:r>
              <a:rPr lang="en-US" altLang="zh-CN" sz="2000" dirty="0"/>
              <a:t>Current state x0 (yaw + joints + velocities) is captured and clipped to bounds before being set as the </a:t>
            </a:r>
            <a:r>
              <a:rPr lang="en-US" altLang="zh-CN" sz="2000" b="1" dirty="0"/>
              <a:t>initial state parameter</a:t>
            </a:r>
            <a:r>
              <a:rPr lang="en-US" altLang="zh-CN" sz="2000" dirty="0"/>
              <a:t>.</a:t>
            </a:r>
          </a:p>
          <a:p>
            <a:r>
              <a:rPr lang="en-US" altLang="zh-CN" sz="2000" dirty="0"/>
              <a:t>For each horizon step k, the planar FK produces TCP (</a:t>
            </a:r>
            <a:r>
              <a:rPr lang="en-US" altLang="zh-CN" sz="2000" dirty="0" err="1"/>
              <a:t>x_c</a:t>
            </a:r>
            <a:r>
              <a:rPr lang="en-US" altLang="zh-CN" sz="2000" dirty="0"/>
              <a:t>, </a:t>
            </a:r>
            <a:r>
              <a:rPr lang="en-US" altLang="zh-CN" sz="2000" dirty="0" err="1"/>
              <a:t>z_c</a:t>
            </a:r>
            <a:r>
              <a:rPr lang="en-US" altLang="zh-CN" sz="2000" dirty="0"/>
              <a:t>, phi); yaw rotates it into world TCP (</a:t>
            </a:r>
            <a:r>
              <a:rPr lang="en-US" altLang="zh-CN" sz="2000" dirty="0" err="1"/>
              <a:t>xw</a:t>
            </a:r>
            <a:r>
              <a:rPr lang="en-US" altLang="zh-CN" sz="2000" dirty="0"/>
              <a:t>, </a:t>
            </a:r>
            <a:r>
              <a:rPr lang="en-US" altLang="zh-CN" sz="2000" dirty="0" err="1"/>
              <a:t>yw</a:t>
            </a:r>
            <a:r>
              <a:rPr lang="en-US" altLang="zh-CN" sz="2000" dirty="0"/>
              <a:t>, </a:t>
            </a:r>
            <a:r>
              <a:rPr lang="en-US" altLang="zh-CN" sz="2000" dirty="0" err="1"/>
              <a:t>zw</a:t>
            </a:r>
            <a:r>
              <a:rPr lang="en-US" altLang="zh-CN" sz="2000" dirty="0"/>
              <a:t>).</a:t>
            </a:r>
          </a:p>
          <a:p>
            <a:r>
              <a:rPr lang="en-US" altLang="zh-CN" sz="2000" b="1" dirty="0"/>
              <a:t>Cost accumulates tracking error </a:t>
            </a:r>
            <a:r>
              <a:rPr lang="en-US" altLang="zh-CN" sz="2000" dirty="0"/>
              <a:t>to </a:t>
            </a:r>
            <a:r>
              <a:rPr lang="en-US" altLang="zh-CN" sz="2000" dirty="0" err="1"/>
              <a:t>targetXYZ</a:t>
            </a:r>
            <a:r>
              <a:rPr lang="en-US" altLang="zh-CN" sz="2000" dirty="0"/>
              <a:t> and </a:t>
            </a:r>
            <a:r>
              <a:rPr lang="en-US" altLang="zh-CN" sz="2000" dirty="0" err="1"/>
              <a:t>targetPhi</a:t>
            </a:r>
            <a:r>
              <a:rPr lang="en-US" altLang="zh-CN" sz="2000" dirty="0"/>
              <a:t> plus velocity, control effort, and control rate penalties.</a:t>
            </a:r>
          </a:p>
          <a:p>
            <a:r>
              <a:rPr lang="en-US" altLang="zh-CN" sz="2000" dirty="0"/>
              <a:t>Dynamics constraint: x_{k+1} = integrator(</a:t>
            </a:r>
            <a:r>
              <a:rPr lang="en-US" altLang="zh-CN" sz="2000" dirty="0" err="1"/>
              <a:t>x_k</a:t>
            </a:r>
            <a:r>
              <a:rPr lang="en-US" altLang="zh-CN" sz="2000" dirty="0"/>
              <a:t>, </a:t>
            </a:r>
            <a:r>
              <a:rPr lang="en-US" altLang="zh-CN" sz="2000" dirty="0" err="1"/>
              <a:t>u_k</a:t>
            </a:r>
            <a:r>
              <a:rPr lang="en-US" altLang="zh-CN" sz="2000" dirty="0"/>
              <a:t>, Ts) enforces the joint-space double integrator.</a:t>
            </a:r>
          </a:p>
          <a:p>
            <a:r>
              <a:rPr lang="en-US" altLang="zh-CN" sz="2000" dirty="0"/>
              <a:t>Box constraints bound yaw, joints, velocities, and accelerations at every step to keep the problem feasible/stable.</a:t>
            </a:r>
          </a:p>
          <a:p>
            <a:r>
              <a:rPr lang="en-US" altLang="zh-CN" sz="2000" dirty="0"/>
              <a:t>Solver (IPOPT) finds the optimal control sequence u[0..N-1]; the GUI extracts u0 and advances the plant with the same integrator.</a:t>
            </a:r>
          </a:p>
          <a:p>
            <a:r>
              <a:rPr lang="en-US" altLang="zh-CN" sz="2000" dirty="0"/>
              <a:t>Warm start: the shifted solution seeds the next MPC call to speed convergence.</a:t>
            </a:r>
          </a:p>
        </p:txBody>
      </p:sp>
      <p:sp>
        <p:nvSpPr>
          <p:cNvPr id="3" name="Title 1">
            <a:extLst>
              <a:ext uri="{FF2B5EF4-FFF2-40B4-BE49-F238E27FC236}">
                <a16:creationId xmlns:a16="http://schemas.microsoft.com/office/drawing/2014/main" id="{874C1BE3-1031-60FA-1179-5407A94D7A1A}"/>
              </a:ext>
            </a:extLst>
          </p:cNvPr>
          <p:cNvSpPr>
            <a:spLocks noGrp="1"/>
          </p:cNvSpPr>
          <p:nvPr>
            <p:ph type="title"/>
          </p:nvPr>
        </p:nvSpPr>
        <p:spPr>
          <a:xfrm>
            <a:off x="144835" y="167918"/>
            <a:ext cx="3788809" cy="660218"/>
          </a:xfrm>
        </p:spPr>
        <p:txBody>
          <a:bodyPr vert="horz" lIns="91440" tIns="45720" rIns="91440" bIns="45720" rtlCol="0" anchor="t">
            <a:normAutofit fontScale="90000"/>
          </a:bodyPr>
          <a:lstStyle/>
          <a:p>
            <a:r>
              <a:rPr lang="en-US" altLang="zh-CN" b="1" dirty="0"/>
              <a:t>Working Flows</a:t>
            </a:r>
            <a:endParaRPr lang="en-US" altLang="zh-CN" sz="5400" kern="1200" dirty="0">
              <a:latin typeface="+mj-lt"/>
              <a:ea typeface="+mj-ea"/>
              <a:cs typeface="+mj-cs"/>
            </a:endParaRPr>
          </a:p>
        </p:txBody>
      </p:sp>
    </p:spTree>
    <p:extLst>
      <p:ext uri="{BB962C8B-B14F-4D97-AF65-F5344CB8AC3E}">
        <p14:creationId xmlns:p14="http://schemas.microsoft.com/office/powerpoint/2010/main" val="4207798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9952-2429-1573-5BC8-235BF7EDB8D2}"/>
              </a:ext>
            </a:extLst>
          </p:cNvPr>
          <p:cNvSpPr>
            <a:spLocks noGrp="1"/>
          </p:cNvSpPr>
          <p:nvPr>
            <p:ph type="title"/>
          </p:nvPr>
        </p:nvSpPr>
        <p:spPr>
          <a:xfrm>
            <a:off x="61822" y="89080"/>
            <a:ext cx="10515600" cy="1325563"/>
          </a:xfrm>
        </p:spPr>
        <p:txBody>
          <a:bodyPr/>
          <a:lstStyle/>
          <a:p>
            <a:r>
              <a:rPr lang="en-US" altLang="zh-CN" dirty="0"/>
              <a:t>How to adjust velocity</a:t>
            </a:r>
            <a:endParaRPr lang="zh-CN" altLang="en-US" dirty="0"/>
          </a:p>
        </p:txBody>
      </p:sp>
      <p:sp>
        <p:nvSpPr>
          <p:cNvPr id="3" name="Content Placeholder 2">
            <a:extLst>
              <a:ext uri="{FF2B5EF4-FFF2-40B4-BE49-F238E27FC236}">
                <a16:creationId xmlns:a16="http://schemas.microsoft.com/office/drawing/2014/main" id="{6D278789-8E92-3978-F25B-1449A8FA9D17}"/>
              </a:ext>
            </a:extLst>
          </p:cNvPr>
          <p:cNvSpPr>
            <a:spLocks noGrp="1"/>
          </p:cNvSpPr>
          <p:nvPr>
            <p:ph idx="1"/>
          </p:nvPr>
        </p:nvSpPr>
        <p:spPr>
          <a:xfrm>
            <a:off x="225725" y="1414643"/>
            <a:ext cx="10515600" cy="2780881"/>
          </a:xfrm>
        </p:spPr>
        <p:txBody>
          <a:bodyPr/>
          <a:lstStyle/>
          <a:p>
            <a:r>
              <a:rPr lang="en-US" altLang="zh-CN" dirty="0"/>
              <a:t>       # Velocity limits (tunable)</a:t>
            </a:r>
          </a:p>
          <a:p>
            <a:r>
              <a:rPr lang="en-US" altLang="zh-CN" dirty="0"/>
              <a:t>        </a:t>
            </a:r>
            <a:r>
              <a:rPr lang="en-US" altLang="zh-CN" dirty="0" err="1"/>
              <a:t>self.qdot_min</a:t>
            </a:r>
            <a:r>
              <a:rPr lang="en-US" altLang="zh-CN" dirty="0"/>
              <a:t> = -2.0 * </a:t>
            </a:r>
            <a:r>
              <a:rPr lang="en-US" altLang="zh-CN" dirty="0" err="1"/>
              <a:t>np.ones</a:t>
            </a:r>
            <a:r>
              <a:rPr lang="en-US" altLang="zh-CN" dirty="0"/>
              <a:t>(3, </a:t>
            </a:r>
            <a:r>
              <a:rPr lang="en-US" altLang="zh-CN" i="1" dirty="0" err="1"/>
              <a:t>dtype</a:t>
            </a:r>
            <a:r>
              <a:rPr lang="en-US" altLang="zh-CN" dirty="0"/>
              <a:t>=</a:t>
            </a:r>
            <a:r>
              <a:rPr lang="en-US" altLang="zh-CN" i="1" dirty="0"/>
              <a:t>float</a:t>
            </a:r>
            <a:r>
              <a:rPr lang="en-US" altLang="zh-CN" dirty="0"/>
              <a:t>)</a:t>
            </a:r>
          </a:p>
          <a:p>
            <a:r>
              <a:rPr lang="en-US" altLang="zh-CN" dirty="0"/>
              <a:t>        </a:t>
            </a:r>
            <a:r>
              <a:rPr lang="en-US" altLang="zh-CN" dirty="0" err="1"/>
              <a:t>self.qdot_max</a:t>
            </a:r>
            <a:r>
              <a:rPr lang="en-US" altLang="zh-CN" dirty="0"/>
              <a:t> =  2.0 * </a:t>
            </a:r>
            <a:r>
              <a:rPr lang="en-US" altLang="zh-CN" dirty="0" err="1"/>
              <a:t>np.ones</a:t>
            </a:r>
            <a:r>
              <a:rPr lang="en-US" altLang="zh-CN" dirty="0"/>
              <a:t>(3, </a:t>
            </a:r>
            <a:r>
              <a:rPr lang="en-US" altLang="zh-CN" i="1" dirty="0" err="1"/>
              <a:t>dtype</a:t>
            </a:r>
            <a:r>
              <a:rPr lang="en-US" altLang="zh-CN" dirty="0"/>
              <a:t>=</a:t>
            </a:r>
            <a:r>
              <a:rPr lang="en-US" altLang="zh-CN" i="1" dirty="0"/>
              <a:t>float</a:t>
            </a:r>
            <a:r>
              <a:rPr lang="en-US" altLang="zh-CN" dirty="0"/>
              <a:t>)</a:t>
            </a:r>
          </a:p>
          <a:p>
            <a:r>
              <a:rPr lang="en-US" altLang="zh-CN" dirty="0"/>
              <a:t>        </a:t>
            </a:r>
            <a:r>
              <a:rPr lang="en-US" altLang="zh-CN" dirty="0" err="1"/>
              <a:t>self.yawdot_min</a:t>
            </a:r>
            <a:r>
              <a:rPr lang="en-US" altLang="zh-CN" dirty="0"/>
              <a:t> = -2.0</a:t>
            </a:r>
          </a:p>
          <a:p>
            <a:r>
              <a:rPr lang="en-US" altLang="zh-CN" dirty="0"/>
              <a:t>        </a:t>
            </a:r>
            <a:r>
              <a:rPr lang="en-US" altLang="zh-CN" dirty="0" err="1"/>
              <a:t>self.yawdot_max</a:t>
            </a:r>
            <a:r>
              <a:rPr lang="en-US" altLang="zh-CN" dirty="0"/>
              <a:t> =  2.0</a:t>
            </a:r>
          </a:p>
        </p:txBody>
      </p:sp>
    </p:spTree>
    <p:extLst>
      <p:ext uri="{BB962C8B-B14F-4D97-AF65-F5344CB8AC3E}">
        <p14:creationId xmlns:p14="http://schemas.microsoft.com/office/powerpoint/2010/main" val="2553385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C9EF-3B36-4157-405A-A246F627BFA9}"/>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59B1234-7FE8-BBAF-1100-45A518C9F2EC}"/>
              </a:ext>
            </a:extLst>
          </p:cNvPr>
          <p:cNvSpPr txBox="1">
            <a:spLocks/>
          </p:cNvSpPr>
          <p:nvPr/>
        </p:nvSpPr>
        <p:spPr>
          <a:xfrm>
            <a:off x="144836" y="921737"/>
            <a:ext cx="11259285" cy="433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excavatorModel.py: </a:t>
            </a:r>
          </a:p>
          <a:p>
            <a:pPr marL="0" indent="0">
              <a:buNone/>
            </a:pPr>
            <a:r>
              <a:rPr lang="en-US" altLang="zh-CN" dirty="0"/>
              <a:t>Robot model utilities. Provides URDF-fitted planar forward/inverse kinematics(</a:t>
            </a:r>
            <a:r>
              <a:rPr lang="en-US" altLang="zh-CN" dirty="0" err="1"/>
              <a:t>forwardKinematics</a:t>
            </a:r>
            <a:r>
              <a:rPr lang="en-US" altLang="zh-CN" dirty="0"/>
              <a:t>, </a:t>
            </a:r>
            <a:r>
              <a:rPr lang="en-US" altLang="zh-CN" dirty="0" err="1"/>
              <a:t>inverseKinematics</a:t>
            </a:r>
            <a:r>
              <a:rPr lang="en-US" altLang="zh-CN" dirty="0"/>
              <a:t>), actuator length ↔ joint angle mappings, motor speed/torque helpers, and mass/inertia parameters. Also defines </a:t>
            </a:r>
            <a:r>
              <a:rPr lang="en-US" altLang="zh-CN" dirty="0" err="1"/>
              <a:t>DutyCycle</a:t>
            </a:r>
            <a:r>
              <a:rPr lang="en-US" altLang="zh-CN" dirty="0"/>
              <a:t> presets used by the solver/GUI.</a:t>
            </a:r>
          </a:p>
        </p:txBody>
      </p:sp>
      <p:sp>
        <p:nvSpPr>
          <p:cNvPr id="3" name="Title 1">
            <a:extLst>
              <a:ext uri="{FF2B5EF4-FFF2-40B4-BE49-F238E27FC236}">
                <a16:creationId xmlns:a16="http://schemas.microsoft.com/office/drawing/2014/main" id="{8472552E-D5FE-DC6B-7564-6D75FBAFCD24}"/>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Architecture</a:t>
            </a:r>
            <a:endParaRPr lang="en-US" altLang="zh-CN" sz="5400" kern="1200" dirty="0">
              <a:latin typeface="+mj-lt"/>
              <a:ea typeface="+mj-ea"/>
              <a:cs typeface="+mj-cs"/>
            </a:endParaRPr>
          </a:p>
        </p:txBody>
      </p:sp>
    </p:spTree>
    <p:extLst>
      <p:ext uri="{BB962C8B-B14F-4D97-AF65-F5344CB8AC3E}">
        <p14:creationId xmlns:p14="http://schemas.microsoft.com/office/powerpoint/2010/main" val="3687984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ADDF-0394-577A-526F-33642E4CE480}"/>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4423E4F-E409-B91B-CD3F-829C53936CDB}"/>
              </a:ext>
            </a:extLst>
          </p:cNvPr>
          <p:cNvSpPr txBox="1">
            <a:spLocks/>
          </p:cNvSpPr>
          <p:nvPr/>
        </p:nvSpPr>
        <p:spPr>
          <a:xfrm>
            <a:off x="144836" y="921737"/>
            <a:ext cx="9318623" cy="25072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excavatorConstants.py: </a:t>
            </a:r>
          </a:p>
          <a:p>
            <a:pPr marL="0" indent="0">
              <a:buNone/>
            </a:pPr>
            <a:r>
              <a:rPr lang="en-US" altLang="zh-CN" dirty="0"/>
              <a:t>Geometry and physical constants from the legacy MATLAB model plus URDF-fitted link vectors and TCP offsets (L1/L2, OFF1/OFF2, TCP_DX/TCP_DZ). Shared across model, solver, and visualizers.</a:t>
            </a:r>
          </a:p>
        </p:txBody>
      </p:sp>
      <p:sp>
        <p:nvSpPr>
          <p:cNvPr id="3" name="Title 1">
            <a:extLst>
              <a:ext uri="{FF2B5EF4-FFF2-40B4-BE49-F238E27FC236}">
                <a16:creationId xmlns:a16="http://schemas.microsoft.com/office/drawing/2014/main" id="{71C8FE4E-8323-96F9-D79C-F1541B2C9B7D}"/>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Architecture</a:t>
            </a:r>
            <a:endParaRPr lang="en-US" altLang="zh-CN" sz="5400" kern="1200" dirty="0">
              <a:latin typeface="+mj-lt"/>
              <a:ea typeface="+mj-ea"/>
              <a:cs typeface="+mj-cs"/>
            </a:endParaRPr>
          </a:p>
        </p:txBody>
      </p:sp>
    </p:spTree>
    <p:extLst>
      <p:ext uri="{BB962C8B-B14F-4D97-AF65-F5344CB8AC3E}">
        <p14:creationId xmlns:p14="http://schemas.microsoft.com/office/powerpoint/2010/main" val="1699243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D7A1-85EC-6E2B-925B-F872A47527C7}"/>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5791FF1-B9ED-3559-30DF-3F58A02E5377}"/>
              </a:ext>
            </a:extLst>
          </p:cNvPr>
          <p:cNvSpPr txBox="1">
            <a:spLocks/>
          </p:cNvSpPr>
          <p:nvPr/>
        </p:nvSpPr>
        <p:spPr>
          <a:xfrm>
            <a:off x="144836" y="921737"/>
            <a:ext cx="10543292" cy="25072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User inputs (initial joints, external force, target pose) → GUI normalizes/stores → </a:t>
            </a:r>
            <a:r>
              <a:rPr lang="en-US" altLang="zh-CN" dirty="0" err="1"/>
              <a:t>NLP.solveNLP</a:t>
            </a:r>
            <a:r>
              <a:rPr lang="en-US" altLang="zh-CN" dirty="0"/>
              <a:t> computes optimal joint accelerations → _</a:t>
            </a:r>
            <a:r>
              <a:rPr lang="en-US" altLang="zh-CN" dirty="0" err="1"/>
              <a:t>plant_step</a:t>
            </a:r>
            <a:r>
              <a:rPr lang="en-US" altLang="zh-CN" dirty="0"/>
              <a:t> integrates to the next state (clamped to URDF limits) → GUI redraws arm/gripper, updates monitors, and optionally logs metrics → repeat until </a:t>
            </a:r>
            <a:r>
              <a:rPr lang="en-US" altLang="zh-CN" dirty="0" err="1"/>
              <a:t>TSim</a:t>
            </a:r>
            <a:r>
              <a:rPr lang="en-US" altLang="zh-CN" dirty="0"/>
              <a:t> reached or stopped.</a:t>
            </a:r>
          </a:p>
        </p:txBody>
      </p:sp>
      <p:sp>
        <p:nvSpPr>
          <p:cNvPr id="3" name="Title 1">
            <a:extLst>
              <a:ext uri="{FF2B5EF4-FFF2-40B4-BE49-F238E27FC236}">
                <a16:creationId xmlns:a16="http://schemas.microsoft.com/office/drawing/2014/main" id="{1E48AB78-2423-8C5A-4C2A-78165AA91F0A}"/>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Data Flow</a:t>
            </a:r>
            <a:endParaRPr lang="en-US" altLang="zh-CN" sz="5400" kern="1200" dirty="0">
              <a:latin typeface="+mj-lt"/>
              <a:ea typeface="+mj-ea"/>
              <a:cs typeface="+mj-cs"/>
            </a:endParaRPr>
          </a:p>
        </p:txBody>
      </p:sp>
    </p:spTree>
    <p:extLst>
      <p:ext uri="{BB962C8B-B14F-4D97-AF65-F5344CB8AC3E}">
        <p14:creationId xmlns:p14="http://schemas.microsoft.com/office/powerpoint/2010/main" val="2314074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A1169-6556-D525-89DA-4E2B7FF5882C}"/>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87D3637-1365-705D-E45C-C0BF7EA258CB}"/>
              </a:ext>
            </a:extLst>
          </p:cNvPr>
          <p:cNvSpPr txBox="1">
            <a:spLocks/>
          </p:cNvSpPr>
          <p:nvPr/>
        </p:nvSpPr>
        <p:spPr>
          <a:xfrm>
            <a:off x="144836" y="921737"/>
            <a:ext cx="9318623" cy="25072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python mpc_realtime_gui.py. Set MPC_LOG_RESULTS=1 to export time-series plots to Plots/; set MPC_SAVE_FRAMES=1 to dump rendered frames.</a:t>
            </a:r>
          </a:p>
        </p:txBody>
      </p:sp>
      <p:sp>
        <p:nvSpPr>
          <p:cNvPr id="3" name="Title 1">
            <a:extLst>
              <a:ext uri="{FF2B5EF4-FFF2-40B4-BE49-F238E27FC236}">
                <a16:creationId xmlns:a16="http://schemas.microsoft.com/office/drawing/2014/main" id="{04D1CB38-6098-05C8-AFAA-044367E77E27}"/>
              </a:ext>
            </a:extLst>
          </p:cNvPr>
          <p:cNvSpPr>
            <a:spLocks noGrp="1"/>
          </p:cNvSpPr>
          <p:nvPr>
            <p:ph type="title"/>
          </p:nvPr>
        </p:nvSpPr>
        <p:spPr>
          <a:xfrm>
            <a:off x="144836" y="167918"/>
            <a:ext cx="2926168" cy="660218"/>
          </a:xfrm>
        </p:spPr>
        <p:txBody>
          <a:bodyPr vert="horz" lIns="91440" tIns="45720" rIns="91440" bIns="45720" rtlCol="0" anchor="t">
            <a:normAutofit fontScale="90000"/>
          </a:bodyPr>
          <a:lstStyle/>
          <a:p>
            <a:r>
              <a:rPr lang="en-US" altLang="zh-CN" b="1" dirty="0"/>
              <a:t>Usage</a:t>
            </a:r>
            <a:endParaRPr lang="en-US" altLang="zh-CN" sz="5400" kern="1200" dirty="0">
              <a:latin typeface="+mj-lt"/>
              <a:ea typeface="+mj-ea"/>
              <a:cs typeface="+mj-cs"/>
            </a:endParaRPr>
          </a:p>
        </p:txBody>
      </p:sp>
    </p:spTree>
    <p:extLst>
      <p:ext uri="{BB962C8B-B14F-4D97-AF65-F5344CB8AC3E}">
        <p14:creationId xmlns:p14="http://schemas.microsoft.com/office/powerpoint/2010/main" val="3898896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14" name="Rectangle 13">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797BB5-0808-B771-2837-3ED22CB498C4}"/>
              </a:ext>
            </a:extLst>
          </p:cNvPr>
          <p:cNvSpPr>
            <a:spLocks noGrp="1"/>
          </p:cNvSpPr>
          <p:nvPr>
            <p:ph type="title"/>
          </p:nvPr>
        </p:nvSpPr>
        <p:spPr>
          <a:xfrm>
            <a:off x="740584" y="859808"/>
            <a:ext cx="3543197" cy="2878986"/>
          </a:xfrm>
        </p:spPr>
        <p:txBody>
          <a:bodyPr>
            <a:normAutofit/>
          </a:bodyPr>
          <a:lstStyle/>
          <a:p>
            <a:pPr algn="ctr"/>
            <a:r>
              <a:rPr lang="en-US" altLang="zh-CN" dirty="0">
                <a:solidFill>
                  <a:schemeClr val="bg1"/>
                </a:solidFill>
              </a:rPr>
              <a:t>2D</a:t>
            </a:r>
            <a:endParaRPr lang="zh-CN" altLang="en-US" dirty="0">
              <a:solidFill>
                <a:schemeClr val="bg1"/>
              </a:solidFill>
            </a:endParaRPr>
          </a:p>
        </p:txBody>
      </p:sp>
      <p:grpSp>
        <p:nvGrpSpPr>
          <p:cNvPr id="19"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20" name="Freeform: Shape 19">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34"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35" name="Freeform: Shape 34">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4C1A149C-7503-D5FB-4508-C459E0E9D56E}"/>
              </a:ext>
            </a:extLst>
          </p:cNvPr>
          <p:cNvSpPr>
            <a:spLocks noGrp="1"/>
          </p:cNvSpPr>
          <p:nvPr>
            <p:ph idx="1"/>
          </p:nvPr>
        </p:nvSpPr>
        <p:spPr>
          <a:xfrm>
            <a:off x="6477270" y="685805"/>
            <a:ext cx="4974771" cy="5534019"/>
          </a:xfrm>
        </p:spPr>
        <p:txBody>
          <a:bodyPr>
            <a:normAutofit/>
          </a:bodyPr>
          <a:lstStyle/>
          <a:p>
            <a:r>
              <a:rPr lang="en-US" altLang="zh-CN" sz="1100" dirty="0">
                <a:solidFill>
                  <a:schemeClr val="bg1"/>
                </a:solidFill>
              </a:rPr>
              <a:t>python mpc_realtime_gui.py</a:t>
            </a:r>
          </a:p>
          <a:p>
            <a:r>
              <a:rPr lang="en-US" altLang="zh-CN" sz="1100" dirty="0">
                <a:solidFill>
                  <a:schemeClr val="bg1"/>
                </a:solidFill>
              </a:rPr>
              <a:t>[URDF] Loaded kinematics: L1=0.4677, L2=0.2497, OFF1=1.1156, OFF2=-0.0097, TCP=(0.0364,-0.0451), BASE=(0.0172,0.0630)</a:t>
            </a:r>
          </a:p>
          <a:p>
            <a:endParaRPr lang="en-US" altLang="zh-CN" sz="1100" dirty="0">
              <a:solidFill>
                <a:schemeClr val="bg1"/>
              </a:solidFill>
            </a:endParaRPr>
          </a:p>
          <a:p>
            <a:r>
              <a:rPr lang="en-US" altLang="zh-CN" sz="1100" dirty="0">
                <a:solidFill>
                  <a:schemeClr val="bg1"/>
                </a:solidFill>
              </a:rPr>
              <a:t>******************************************************************************</a:t>
            </a:r>
          </a:p>
          <a:p>
            <a:r>
              <a:rPr lang="en-US" altLang="zh-CN" sz="1100" dirty="0">
                <a:solidFill>
                  <a:schemeClr val="bg1"/>
                </a:solidFill>
              </a:rPr>
              <a:t>This program contains </a:t>
            </a:r>
            <a:r>
              <a:rPr lang="en-US" altLang="zh-CN" sz="1100" dirty="0" err="1">
                <a:solidFill>
                  <a:schemeClr val="bg1"/>
                </a:solidFill>
              </a:rPr>
              <a:t>Ipopt</a:t>
            </a:r>
            <a:r>
              <a:rPr lang="en-US" altLang="zh-CN" sz="1100" dirty="0">
                <a:solidFill>
                  <a:schemeClr val="bg1"/>
                </a:solidFill>
              </a:rPr>
              <a:t>, a library for large-scale nonlinear optimization.</a:t>
            </a:r>
          </a:p>
          <a:p>
            <a:r>
              <a:rPr lang="en-US" altLang="zh-CN" sz="1100" dirty="0">
                <a:solidFill>
                  <a:schemeClr val="bg1"/>
                </a:solidFill>
              </a:rPr>
              <a:t> </a:t>
            </a:r>
            <a:r>
              <a:rPr lang="en-US" altLang="zh-CN" sz="1100" dirty="0" err="1">
                <a:solidFill>
                  <a:schemeClr val="bg1"/>
                </a:solidFill>
              </a:rPr>
              <a:t>Ipopt</a:t>
            </a:r>
            <a:r>
              <a:rPr lang="en-US" altLang="zh-CN" sz="1100" dirty="0">
                <a:solidFill>
                  <a:schemeClr val="bg1"/>
                </a:solidFill>
              </a:rPr>
              <a:t> is released as open source code under the Eclipse Public License (EPL).</a:t>
            </a:r>
          </a:p>
          <a:p>
            <a:r>
              <a:rPr lang="en-US" altLang="zh-CN" sz="1100" dirty="0">
                <a:solidFill>
                  <a:schemeClr val="bg1"/>
                </a:solidFill>
              </a:rPr>
              <a:t>         For more information visit https://github.com/coin-or/Ipopt</a:t>
            </a:r>
          </a:p>
          <a:p>
            <a:r>
              <a:rPr lang="en-US" altLang="zh-CN" sz="1100" dirty="0">
                <a:solidFill>
                  <a:schemeClr val="bg1"/>
                </a:solidFill>
              </a:rPr>
              <a:t>******************************************************************************</a:t>
            </a:r>
          </a:p>
          <a:p>
            <a:endParaRPr lang="en-US" altLang="zh-CN" sz="1100" dirty="0">
              <a:solidFill>
                <a:schemeClr val="bg1"/>
              </a:solidFill>
            </a:endParaRPr>
          </a:p>
          <a:p>
            <a:r>
              <a:rPr lang="en-US" altLang="zh-CN" sz="1100" dirty="0">
                <a:solidFill>
                  <a:schemeClr val="bg1"/>
                </a:solidFill>
              </a:rPr>
              <a:t>=== NLP solve failed, using debug solution ===</a:t>
            </a:r>
          </a:p>
          <a:p>
            <a:r>
              <a:rPr lang="en-US" altLang="zh-CN" sz="1100" dirty="0">
                <a:solidFill>
                  <a:schemeClr val="bg1"/>
                </a:solidFill>
              </a:rPr>
              <a:t>Error in Opti::solve [</a:t>
            </a:r>
            <a:r>
              <a:rPr lang="en-US" altLang="zh-CN" sz="1100" dirty="0" err="1">
                <a:solidFill>
                  <a:schemeClr val="bg1"/>
                </a:solidFill>
              </a:rPr>
              <a:t>OptiNode</a:t>
            </a:r>
            <a:r>
              <a:rPr lang="en-US" altLang="zh-CN" sz="1100" dirty="0">
                <a:solidFill>
                  <a:schemeClr val="bg1"/>
                </a:solidFill>
              </a:rPr>
              <a:t>] at .../</a:t>
            </a:r>
            <a:r>
              <a:rPr lang="en-US" altLang="zh-CN" sz="1100" dirty="0" err="1">
                <a:solidFill>
                  <a:schemeClr val="bg1"/>
                </a:solidFill>
              </a:rPr>
              <a:t>casadi</a:t>
            </a:r>
            <a:r>
              <a:rPr lang="en-US" altLang="zh-CN" sz="1100" dirty="0">
                <a:solidFill>
                  <a:schemeClr val="bg1"/>
                </a:solidFill>
              </a:rPr>
              <a:t>/core/optistack.cpp:217:</a:t>
            </a:r>
          </a:p>
          <a:p>
            <a:r>
              <a:rPr lang="en-US" altLang="zh-CN" sz="1100" dirty="0">
                <a:solidFill>
                  <a:schemeClr val="bg1"/>
                </a:solidFill>
              </a:rPr>
              <a:t>.../</a:t>
            </a:r>
            <a:r>
              <a:rPr lang="en-US" altLang="zh-CN" sz="1100" dirty="0" err="1">
                <a:solidFill>
                  <a:schemeClr val="bg1"/>
                </a:solidFill>
              </a:rPr>
              <a:t>casadi</a:t>
            </a:r>
            <a:r>
              <a:rPr lang="en-US" altLang="zh-CN" sz="1100" dirty="0">
                <a:solidFill>
                  <a:schemeClr val="bg1"/>
                </a:solidFill>
              </a:rPr>
              <a:t>/core/optistack_internal.cpp:1338: Assertion "</a:t>
            </a:r>
            <a:r>
              <a:rPr lang="en-US" altLang="zh-CN" sz="1100" dirty="0" err="1">
                <a:solidFill>
                  <a:schemeClr val="bg1"/>
                </a:solidFill>
              </a:rPr>
              <a:t>return_success</a:t>
            </a:r>
            <a:r>
              <a:rPr lang="en-US" altLang="zh-CN" sz="1100" dirty="0">
                <a:solidFill>
                  <a:schemeClr val="bg1"/>
                </a:solidFill>
              </a:rPr>
              <a:t>(</a:t>
            </a:r>
            <a:r>
              <a:rPr lang="en-US" altLang="zh-CN" sz="1100" dirty="0" err="1">
                <a:solidFill>
                  <a:schemeClr val="bg1"/>
                </a:solidFill>
              </a:rPr>
              <a:t>accept_limit</a:t>
            </a:r>
            <a:r>
              <a:rPr lang="en-US" altLang="zh-CN" sz="1100" dirty="0">
                <a:solidFill>
                  <a:schemeClr val="bg1"/>
                </a:solidFill>
              </a:rPr>
              <a:t>)" failed:</a:t>
            </a:r>
          </a:p>
          <a:p>
            <a:r>
              <a:rPr lang="en-US" altLang="zh-CN" sz="1100" dirty="0">
                <a:solidFill>
                  <a:schemeClr val="bg1"/>
                </a:solidFill>
              </a:rPr>
              <a:t>Solver failed. You may use </a:t>
            </a:r>
            <a:r>
              <a:rPr lang="en-US" altLang="zh-CN" sz="1100" dirty="0" err="1">
                <a:solidFill>
                  <a:schemeClr val="bg1"/>
                </a:solidFill>
              </a:rPr>
              <a:t>opti.debug.value</a:t>
            </a:r>
            <a:r>
              <a:rPr lang="en-US" altLang="zh-CN" sz="1100" dirty="0">
                <a:solidFill>
                  <a:schemeClr val="bg1"/>
                </a:solidFill>
              </a:rPr>
              <a:t> to investigate the latest values of variables. </a:t>
            </a:r>
            <a:r>
              <a:rPr lang="en-US" altLang="zh-CN" sz="1100" dirty="0" err="1">
                <a:solidFill>
                  <a:schemeClr val="bg1"/>
                </a:solidFill>
              </a:rPr>
              <a:t>return_status</a:t>
            </a:r>
            <a:r>
              <a:rPr lang="en-US" altLang="zh-CN" sz="1100" dirty="0">
                <a:solidFill>
                  <a:schemeClr val="bg1"/>
                </a:solidFill>
              </a:rPr>
              <a:t> is '</a:t>
            </a:r>
            <a:r>
              <a:rPr lang="en-US" altLang="zh-CN" sz="1100" dirty="0" err="1">
                <a:solidFill>
                  <a:schemeClr val="bg1"/>
                </a:solidFill>
              </a:rPr>
              <a:t>Infeasible_Problem_Detected</a:t>
            </a:r>
            <a:r>
              <a:rPr lang="en-US" altLang="zh-CN" sz="1100" dirty="0">
                <a:solidFill>
                  <a:schemeClr val="bg1"/>
                </a:solidFill>
              </a:rPr>
              <a:t>'</a:t>
            </a:r>
            <a:endParaRPr lang="zh-CN" altLang="en-US" sz="1100" dirty="0">
              <a:solidFill>
                <a:schemeClr val="bg1"/>
              </a:solidFill>
            </a:endParaRPr>
          </a:p>
        </p:txBody>
      </p:sp>
      <p:sp>
        <p:nvSpPr>
          <p:cNvPr id="5" name="TextBox 4">
            <a:extLst>
              <a:ext uri="{FF2B5EF4-FFF2-40B4-BE49-F238E27FC236}">
                <a16:creationId xmlns:a16="http://schemas.microsoft.com/office/drawing/2014/main" id="{46080E4C-C831-8F28-3415-F980F0851250}"/>
              </a:ext>
            </a:extLst>
          </p:cNvPr>
          <p:cNvSpPr txBox="1"/>
          <p:nvPr/>
        </p:nvSpPr>
        <p:spPr>
          <a:xfrm>
            <a:off x="1485811" y="3051256"/>
            <a:ext cx="1970453" cy="369332"/>
          </a:xfrm>
          <a:prstGeom prst="rect">
            <a:avLst/>
          </a:prstGeom>
          <a:noFill/>
        </p:spPr>
        <p:txBody>
          <a:bodyPr wrap="square">
            <a:spAutoFit/>
          </a:bodyPr>
          <a:lstStyle/>
          <a:p>
            <a:r>
              <a:rPr lang="zh-CN" altLang="en-US" dirty="0">
                <a:highlight>
                  <a:srgbClr val="FFFF00"/>
                </a:highlight>
              </a:rPr>
              <a:t>Python_fixed_2_1</a:t>
            </a:r>
          </a:p>
        </p:txBody>
      </p:sp>
      <p:sp>
        <p:nvSpPr>
          <p:cNvPr id="6" name="TextBox 5">
            <a:extLst>
              <a:ext uri="{FF2B5EF4-FFF2-40B4-BE49-F238E27FC236}">
                <a16:creationId xmlns:a16="http://schemas.microsoft.com/office/drawing/2014/main" id="{D462F928-C376-BB88-85E2-47D1E62466AF}"/>
              </a:ext>
            </a:extLst>
          </p:cNvPr>
          <p:cNvSpPr txBox="1"/>
          <p:nvPr/>
        </p:nvSpPr>
        <p:spPr>
          <a:xfrm>
            <a:off x="3642919" y="5068772"/>
            <a:ext cx="6094602" cy="369332"/>
          </a:xfrm>
          <a:prstGeom prst="rect">
            <a:avLst/>
          </a:prstGeom>
          <a:noFill/>
        </p:spPr>
        <p:txBody>
          <a:bodyPr wrap="square">
            <a:spAutoFit/>
          </a:bodyPr>
          <a:lstStyle/>
          <a:p>
            <a:r>
              <a:rPr lang="en-US" altLang="zh-CN" sz="1800" dirty="0" err="1">
                <a:solidFill>
                  <a:schemeClr val="bg1"/>
                </a:solidFill>
              </a:rPr>
              <a:t>casadi</a:t>
            </a:r>
            <a:endParaRPr lang="zh-CN" altLang="en-US" dirty="0"/>
          </a:p>
        </p:txBody>
      </p:sp>
    </p:spTree>
    <p:extLst>
      <p:ext uri="{BB962C8B-B14F-4D97-AF65-F5344CB8AC3E}">
        <p14:creationId xmlns:p14="http://schemas.microsoft.com/office/powerpoint/2010/main" val="2828561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6668" cy="4570886"/>
            <a:chOff x="0" y="0"/>
            <a:chExt cx="12196668" cy="4570886"/>
          </a:xfrm>
        </p:grpSpPr>
        <p:sp>
          <p:nvSpPr>
            <p:cNvPr id="11" name="Rectangle 10">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BF28BBFE-46EC-5FEC-0CF7-03045B67087F}"/>
              </a:ext>
            </a:extLst>
          </p:cNvPr>
          <p:cNvSpPr>
            <a:spLocks noGrp="1"/>
          </p:cNvSpPr>
          <p:nvPr>
            <p:ph type="title"/>
          </p:nvPr>
        </p:nvSpPr>
        <p:spPr>
          <a:xfrm>
            <a:off x="1126348" y="1124263"/>
            <a:ext cx="4969652" cy="922652"/>
          </a:xfrm>
        </p:spPr>
        <p:txBody>
          <a:bodyPr vert="horz" lIns="91440" tIns="45720" rIns="91440" bIns="45720" rtlCol="0" anchor="t">
            <a:normAutofit/>
          </a:bodyPr>
          <a:lstStyle/>
          <a:p>
            <a:r>
              <a:rPr lang="en-US" altLang="zh-CN" sz="5400" kern="1200" dirty="0">
                <a:solidFill>
                  <a:srgbClr val="FFFFFF"/>
                </a:solidFill>
                <a:latin typeface="+mj-lt"/>
                <a:ea typeface="+mj-ea"/>
                <a:cs typeface="+mj-cs"/>
              </a:rPr>
              <a:t>Input parameter</a:t>
            </a:r>
          </a:p>
        </p:txBody>
      </p:sp>
      <p:sp>
        <p:nvSpPr>
          <p:cNvPr id="3" name="Content Placeholder 2">
            <a:extLst>
              <a:ext uri="{FF2B5EF4-FFF2-40B4-BE49-F238E27FC236}">
                <a16:creationId xmlns:a16="http://schemas.microsoft.com/office/drawing/2014/main" id="{8D2FA751-4499-9089-3C3A-8A593DFEA76C}"/>
              </a:ext>
            </a:extLst>
          </p:cNvPr>
          <p:cNvSpPr>
            <a:spLocks noGrp="1"/>
          </p:cNvSpPr>
          <p:nvPr>
            <p:ph idx="1"/>
          </p:nvPr>
        </p:nvSpPr>
        <p:spPr>
          <a:xfrm>
            <a:off x="834748" y="5279025"/>
            <a:ext cx="1547725" cy="341632"/>
          </a:xfrm>
          <a:noFill/>
        </p:spPr>
        <p:txBody>
          <a:bodyPr wrap="square">
            <a:spAutoFit/>
          </a:bodyPr>
          <a:lstStyle/>
          <a:p>
            <a:pPr marL="0" indent="0">
              <a:buNone/>
            </a:pPr>
            <a:r>
              <a:rPr lang="en-US" altLang="zh-CN" sz="1800" dirty="0">
                <a:solidFill>
                  <a:srgbClr val="FF0000"/>
                </a:solidFill>
                <a:latin typeface="Segoe WPC"/>
              </a:rPr>
              <a:t>Target X Y  Z</a:t>
            </a:r>
          </a:p>
        </p:txBody>
      </p:sp>
      <p:pic>
        <p:nvPicPr>
          <p:cNvPr id="5" name="Picture 4">
            <a:extLst>
              <a:ext uri="{FF2B5EF4-FFF2-40B4-BE49-F238E27FC236}">
                <a16:creationId xmlns:a16="http://schemas.microsoft.com/office/drawing/2014/main" id="{8174261B-9062-3A2E-BBF0-92DD107601E3}"/>
              </a:ext>
            </a:extLst>
          </p:cNvPr>
          <p:cNvPicPr>
            <a:picLocks noChangeAspect="1"/>
          </p:cNvPicPr>
          <p:nvPr/>
        </p:nvPicPr>
        <p:blipFill>
          <a:blip r:embed="rId2"/>
          <a:srcRect t="28919" b="9795"/>
          <a:stretch>
            <a:fillRect/>
          </a:stretch>
        </p:blipFill>
        <p:spPr>
          <a:xfrm>
            <a:off x="3192150" y="5511567"/>
            <a:ext cx="8558980" cy="432757"/>
          </a:xfrm>
          <a:prstGeom prst="rect">
            <a:avLst/>
          </a:prstGeom>
        </p:spPr>
      </p:pic>
      <p:sp>
        <p:nvSpPr>
          <p:cNvPr id="6" name="TextBox 5">
            <a:extLst>
              <a:ext uri="{FF2B5EF4-FFF2-40B4-BE49-F238E27FC236}">
                <a16:creationId xmlns:a16="http://schemas.microsoft.com/office/drawing/2014/main" id="{CF174C8F-7583-5B70-266A-5D0BDBAEE68D}"/>
              </a:ext>
            </a:extLst>
          </p:cNvPr>
          <p:cNvSpPr txBox="1"/>
          <p:nvPr/>
        </p:nvSpPr>
        <p:spPr>
          <a:xfrm>
            <a:off x="776025" y="6267991"/>
            <a:ext cx="2416124" cy="369332"/>
          </a:xfrm>
          <a:prstGeom prst="rect">
            <a:avLst/>
          </a:prstGeom>
          <a:noFill/>
        </p:spPr>
        <p:txBody>
          <a:bodyPr wrap="square">
            <a:spAutoFit/>
          </a:bodyPr>
          <a:lstStyle/>
          <a:p>
            <a:r>
              <a:rPr lang="en-US" altLang="zh-CN" b="0" i="0" dirty="0">
                <a:solidFill>
                  <a:srgbClr val="FF0000"/>
                </a:solidFill>
                <a:effectLst/>
                <a:latin typeface="Segoe WPC"/>
              </a:rPr>
              <a:t>Joint angle(default) </a:t>
            </a:r>
            <a:endParaRPr lang="zh-CN" altLang="en-US" dirty="0">
              <a:solidFill>
                <a:srgbClr val="FF0000"/>
              </a:solidFill>
            </a:endParaRPr>
          </a:p>
        </p:txBody>
      </p:sp>
      <p:pic>
        <p:nvPicPr>
          <p:cNvPr id="8" name="Picture 7">
            <a:extLst>
              <a:ext uri="{FF2B5EF4-FFF2-40B4-BE49-F238E27FC236}">
                <a16:creationId xmlns:a16="http://schemas.microsoft.com/office/drawing/2014/main" id="{1770A3EE-7AE1-7DAF-63B2-394BC1D9CD2B}"/>
              </a:ext>
            </a:extLst>
          </p:cNvPr>
          <p:cNvPicPr>
            <a:picLocks noChangeAspect="1"/>
          </p:cNvPicPr>
          <p:nvPr/>
        </p:nvPicPr>
        <p:blipFill>
          <a:blip r:embed="rId3"/>
          <a:stretch>
            <a:fillRect/>
          </a:stretch>
        </p:blipFill>
        <p:spPr>
          <a:xfrm>
            <a:off x="3192150" y="6083239"/>
            <a:ext cx="8558980" cy="369504"/>
          </a:xfrm>
          <a:prstGeom prst="rect">
            <a:avLst/>
          </a:prstGeom>
        </p:spPr>
      </p:pic>
      <p:sp>
        <p:nvSpPr>
          <p:cNvPr id="15" name="TextBox 14">
            <a:extLst>
              <a:ext uri="{FF2B5EF4-FFF2-40B4-BE49-F238E27FC236}">
                <a16:creationId xmlns:a16="http://schemas.microsoft.com/office/drawing/2014/main" id="{37098718-46F3-4EF3-7640-624895163589}"/>
              </a:ext>
            </a:extLst>
          </p:cNvPr>
          <p:cNvSpPr txBox="1"/>
          <p:nvPr/>
        </p:nvSpPr>
        <p:spPr>
          <a:xfrm>
            <a:off x="3046602" y="6488668"/>
            <a:ext cx="6098796" cy="369332"/>
          </a:xfrm>
          <a:prstGeom prst="rect">
            <a:avLst/>
          </a:prstGeom>
          <a:noFill/>
        </p:spPr>
        <p:txBody>
          <a:bodyPr wrap="square">
            <a:spAutoFit/>
          </a:bodyPr>
          <a:lstStyle/>
          <a:p>
            <a:r>
              <a:rPr lang="en-US" altLang="zh-CN" b="0" i="0" dirty="0">
                <a:solidFill>
                  <a:srgbClr val="FF0000"/>
                </a:solidFill>
                <a:effectLst/>
                <a:latin typeface="Segoe WPC"/>
              </a:rPr>
              <a:t>URDF</a:t>
            </a:r>
            <a:r>
              <a:rPr lang="zh-CN" altLang="en-US" b="0" i="0" dirty="0">
                <a:solidFill>
                  <a:srgbClr val="FF0000"/>
                </a:solidFill>
                <a:effectLst/>
                <a:latin typeface="Segoe WPC"/>
              </a:rPr>
              <a:t>：</a:t>
            </a:r>
            <a:r>
              <a:rPr lang="en-US" altLang="zh-CN" b="0" i="0" dirty="0">
                <a:solidFill>
                  <a:srgbClr val="FF0000"/>
                </a:solidFill>
                <a:effectLst/>
                <a:latin typeface="Segoe WPC"/>
              </a:rPr>
              <a:t>q1∈[0,1.396], q2∈[-0.524,1.396], q3∈[-2.094,0]</a:t>
            </a:r>
            <a:endParaRPr lang="zh-CN" altLang="en-US" dirty="0">
              <a:solidFill>
                <a:srgbClr val="FF0000"/>
              </a:solidFill>
            </a:endParaRPr>
          </a:p>
        </p:txBody>
      </p:sp>
    </p:spTree>
    <p:extLst>
      <p:ext uri="{BB962C8B-B14F-4D97-AF65-F5344CB8AC3E}">
        <p14:creationId xmlns:p14="http://schemas.microsoft.com/office/powerpoint/2010/main" val="2852594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1EC9A9EE-7423-12AB-F808-04E83A36B1D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altLang="zh-CN" sz="3600" kern="1200">
                <a:solidFill>
                  <a:srgbClr val="FFFFFF"/>
                </a:solidFill>
                <a:latin typeface="+mj-lt"/>
                <a:ea typeface="+mj-ea"/>
                <a:cs typeface="+mj-cs"/>
              </a:rPr>
              <a:t>GUI</a:t>
            </a:r>
          </a:p>
        </p:txBody>
      </p:sp>
      <p:pic>
        <p:nvPicPr>
          <p:cNvPr id="5" name="Picture 4">
            <a:extLst>
              <a:ext uri="{FF2B5EF4-FFF2-40B4-BE49-F238E27FC236}">
                <a16:creationId xmlns:a16="http://schemas.microsoft.com/office/drawing/2014/main" id="{59E278D6-C34E-2C42-5FED-4C9406FE2413}"/>
              </a:ext>
            </a:extLst>
          </p:cNvPr>
          <p:cNvPicPr>
            <a:picLocks noChangeAspect="1"/>
          </p:cNvPicPr>
          <p:nvPr/>
        </p:nvPicPr>
        <p:blipFill>
          <a:blip r:embed="rId2"/>
          <a:stretch>
            <a:fillRect/>
          </a:stretch>
        </p:blipFill>
        <p:spPr>
          <a:xfrm>
            <a:off x="5189731" y="643466"/>
            <a:ext cx="5955870" cy="5568739"/>
          </a:xfrm>
          <a:prstGeom prst="rect">
            <a:avLst/>
          </a:prstGeom>
        </p:spPr>
      </p:pic>
    </p:spTree>
    <p:extLst>
      <p:ext uri="{BB962C8B-B14F-4D97-AF65-F5344CB8AC3E}">
        <p14:creationId xmlns:p14="http://schemas.microsoft.com/office/powerpoint/2010/main" val="12304929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886E48-46EE-C7D4-C942-37DA6130444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68853-AC24-6479-2A5B-89CCD2D0F442}"/>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altLang="zh-CN" sz="5400" kern="1200" dirty="0">
                <a:solidFill>
                  <a:schemeClr val="tx1"/>
                </a:solidFill>
                <a:latin typeface="+mj-lt"/>
                <a:ea typeface="+mj-ea"/>
                <a:cs typeface="+mj-cs"/>
              </a:rPr>
              <a:t>Output</a:t>
            </a:r>
          </a:p>
        </p:txBody>
      </p:sp>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8262FBD-26B8-C417-57FD-EAE65281EFA4}"/>
              </a:ext>
            </a:extLst>
          </p:cNvPr>
          <p:cNvPicPr>
            <a:picLocks noChangeAspect="1"/>
          </p:cNvPicPr>
          <p:nvPr/>
        </p:nvPicPr>
        <p:blipFill>
          <a:blip r:embed="rId2"/>
          <a:stretch>
            <a:fillRect/>
          </a:stretch>
        </p:blipFill>
        <p:spPr>
          <a:xfrm>
            <a:off x="5964430" y="666728"/>
            <a:ext cx="5452125" cy="5465791"/>
          </a:xfrm>
          <a:prstGeom prst="rect">
            <a:avLst/>
          </a:prstGeom>
        </p:spPr>
      </p:pic>
    </p:spTree>
    <p:extLst>
      <p:ext uri="{BB962C8B-B14F-4D97-AF65-F5344CB8AC3E}">
        <p14:creationId xmlns:p14="http://schemas.microsoft.com/office/powerpoint/2010/main" val="2825091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67DEF9-B121-E179-A510-2BC7398E811B}"/>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8F51F9D-10A4-FD3E-8407-B2DE83765F19}"/>
              </a:ext>
            </a:extLst>
          </p:cNvPr>
          <p:cNvSpPr>
            <a:spLocks noGrp="1"/>
          </p:cNvSpPr>
          <p:nvPr>
            <p:ph type="title"/>
          </p:nvPr>
        </p:nvSpPr>
        <p:spPr>
          <a:xfrm>
            <a:off x="1198181" y="557189"/>
            <a:ext cx="9795637" cy="1104857"/>
          </a:xfrm>
        </p:spPr>
        <p:txBody>
          <a:bodyPr vert="horz" lIns="91440" tIns="45720" rIns="91440" bIns="45720" rtlCol="0" anchor="b">
            <a:normAutofit/>
          </a:bodyPr>
          <a:lstStyle/>
          <a:p>
            <a:pPr algn="ctr"/>
            <a:r>
              <a:rPr lang="en-US" altLang="zh-CN" sz="5200"/>
              <a:t>3D</a:t>
            </a:r>
          </a:p>
        </p:txBody>
      </p:sp>
      <p:sp>
        <p:nvSpPr>
          <p:cNvPr id="2" name="TextBox 1">
            <a:extLst>
              <a:ext uri="{FF2B5EF4-FFF2-40B4-BE49-F238E27FC236}">
                <a16:creationId xmlns:a16="http://schemas.microsoft.com/office/drawing/2014/main" id="{647A1D47-DC1B-BB4F-E3CE-4A3EA5A9FBF3}"/>
              </a:ext>
            </a:extLst>
          </p:cNvPr>
          <p:cNvSpPr txBox="1"/>
          <p:nvPr/>
        </p:nvSpPr>
        <p:spPr>
          <a:xfrm>
            <a:off x="1188803" y="1833765"/>
            <a:ext cx="9805015" cy="780466"/>
          </a:xfrm>
          <a:prstGeom prst="rect">
            <a:avLst/>
          </a:prstGeom>
        </p:spPr>
        <p:txBody>
          <a:bodyPr vert="horz" lIns="91440" tIns="45720" rIns="91440" bIns="45720" rtlCol="0">
            <a:normAutofit/>
          </a:bodyPr>
          <a:lstStyle/>
          <a:p>
            <a:pPr algn="ctr">
              <a:lnSpc>
                <a:spcPct val="90000"/>
              </a:lnSpc>
              <a:spcBef>
                <a:spcPts val="1000"/>
              </a:spcBef>
            </a:pPr>
            <a:r>
              <a:rPr lang="en-US" altLang="zh-CN" sz="2400" dirty="0">
                <a:highlight>
                  <a:srgbClr val="FFFF00"/>
                </a:highlight>
              </a:rPr>
              <a:t>Python_fixed_0601_2016V2</a:t>
            </a:r>
          </a:p>
        </p:txBody>
      </p:sp>
      <p:pic>
        <p:nvPicPr>
          <p:cNvPr id="7" name="Picture 6">
            <a:extLst>
              <a:ext uri="{FF2B5EF4-FFF2-40B4-BE49-F238E27FC236}">
                <a16:creationId xmlns:a16="http://schemas.microsoft.com/office/drawing/2014/main" id="{DF4BBF61-50FA-7BAB-A690-50567DFE2968}"/>
              </a:ext>
            </a:extLst>
          </p:cNvPr>
          <p:cNvPicPr>
            <a:picLocks noChangeAspect="1"/>
          </p:cNvPicPr>
          <p:nvPr/>
        </p:nvPicPr>
        <p:blipFill>
          <a:blip r:embed="rId2"/>
          <a:stretch>
            <a:fillRect/>
          </a:stretch>
        </p:blipFill>
        <p:spPr>
          <a:xfrm>
            <a:off x="392556" y="2785950"/>
            <a:ext cx="3400622" cy="3514855"/>
          </a:xfrm>
          <a:prstGeom prst="rect">
            <a:avLst/>
          </a:prstGeom>
        </p:spPr>
      </p:pic>
      <p:pic>
        <p:nvPicPr>
          <p:cNvPr id="9" name="Picture 8">
            <a:extLst>
              <a:ext uri="{FF2B5EF4-FFF2-40B4-BE49-F238E27FC236}">
                <a16:creationId xmlns:a16="http://schemas.microsoft.com/office/drawing/2014/main" id="{527B3C74-425E-0D78-668E-A46B455FDDF7}"/>
              </a:ext>
            </a:extLst>
          </p:cNvPr>
          <p:cNvPicPr>
            <a:picLocks noChangeAspect="1"/>
          </p:cNvPicPr>
          <p:nvPr/>
        </p:nvPicPr>
        <p:blipFill>
          <a:blip r:embed="rId3"/>
          <a:stretch>
            <a:fillRect/>
          </a:stretch>
        </p:blipFill>
        <p:spPr>
          <a:xfrm>
            <a:off x="4261501" y="2785950"/>
            <a:ext cx="3661306" cy="3514855"/>
          </a:xfrm>
          <a:prstGeom prst="rect">
            <a:avLst/>
          </a:prstGeom>
        </p:spPr>
      </p:pic>
      <p:pic>
        <p:nvPicPr>
          <p:cNvPr id="11" name="Picture 10">
            <a:extLst>
              <a:ext uri="{FF2B5EF4-FFF2-40B4-BE49-F238E27FC236}">
                <a16:creationId xmlns:a16="http://schemas.microsoft.com/office/drawing/2014/main" id="{5550B076-0124-022F-1594-4D881B17B214}"/>
              </a:ext>
            </a:extLst>
          </p:cNvPr>
          <p:cNvPicPr>
            <a:picLocks noChangeAspect="1"/>
          </p:cNvPicPr>
          <p:nvPr/>
        </p:nvPicPr>
        <p:blipFill>
          <a:blip r:embed="rId4"/>
          <a:stretch>
            <a:fillRect/>
          </a:stretch>
        </p:blipFill>
        <p:spPr>
          <a:xfrm>
            <a:off x="8192673" y="3874062"/>
            <a:ext cx="3797536" cy="1338631"/>
          </a:xfrm>
          <a:prstGeom prst="rect">
            <a:avLst/>
          </a:prstGeom>
        </p:spPr>
      </p:pic>
    </p:spTree>
    <p:extLst>
      <p:ext uri="{BB962C8B-B14F-4D97-AF65-F5344CB8AC3E}">
        <p14:creationId xmlns:p14="http://schemas.microsoft.com/office/powerpoint/2010/main" val="4134971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8A1B0-DCD8-F6FD-AB9F-699D1AF4C2A4}"/>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8B060E-606B-DA5D-A3E4-0DF894505DB8}"/>
              </a:ext>
            </a:extLst>
          </p:cNvPr>
          <p:cNvSpPr txBox="1"/>
          <p:nvPr/>
        </p:nvSpPr>
        <p:spPr>
          <a:xfrm>
            <a:off x="638881" y="670218"/>
            <a:ext cx="10909640" cy="1065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altLang="zh-CN" sz="6600">
                <a:highlight>
                  <a:srgbClr val="FFFF00"/>
                </a:highlight>
                <a:latin typeface="+mj-lt"/>
                <a:ea typeface="+mj-ea"/>
                <a:cs typeface="+mj-cs"/>
              </a:rPr>
              <a:t>Python_fixed_0601_2016V2</a:t>
            </a:r>
          </a:p>
        </p:txBody>
      </p:sp>
      <p:sp>
        <p:nvSpPr>
          <p:cNvPr id="25"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B484437C-50C1-3229-3C23-C5EBC4AAFA29}"/>
              </a:ext>
            </a:extLst>
          </p:cNvPr>
          <p:cNvPicPr>
            <a:picLocks noChangeAspect="1"/>
          </p:cNvPicPr>
          <p:nvPr/>
        </p:nvPicPr>
        <p:blipFill>
          <a:blip r:embed="rId2"/>
          <a:stretch>
            <a:fillRect/>
          </a:stretch>
        </p:blipFill>
        <p:spPr>
          <a:xfrm>
            <a:off x="4050793" y="2448603"/>
            <a:ext cx="3673510" cy="3600041"/>
          </a:xfrm>
          <a:prstGeom prst="rect">
            <a:avLst/>
          </a:prstGeom>
        </p:spPr>
      </p:pic>
      <p:pic>
        <p:nvPicPr>
          <p:cNvPr id="18" name="Picture 17">
            <a:extLst>
              <a:ext uri="{FF2B5EF4-FFF2-40B4-BE49-F238E27FC236}">
                <a16:creationId xmlns:a16="http://schemas.microsoft.com/office/drawing/2014/main" id="{B6FB2C4F-69B9-D3B2-4B67-6416DBCC69C8}"/>
              </a:ext>
            </a:extLst>
          </p:cNvPr>
          <p:cNvPicPr>
            <a:picLocks noChangeAspect="1"/>
          </p:cNvPicPr>
          <p:nvPr/>
        </p:nvPicPr>
        <p:blipFill>
          <a:blip r:embed="rId3"/>
          <a:stretch>
            <a:fillRect/>
          </a:stretch>
        </p:blipFill>
        <p:spPr>
          <a:xfrm>
            <a:off x="472222" y="2535378"/>
            <a:ext cx="3758184" cy="3523298"/>
          </a:xfrm>
          <a:prstGeom prst="rect">
            <a:avLst/>
          </a:prstGeom>
        </p:spPr>
      </p:pic>
      <p:pic>
        <p:nvPicPr>
          <p:cNvPr id="14" name="Picture 13">
            <a:extLst>
              <a:ext uri="{FF2B5EF4-FFF2-40B4-BE49-F238E27FC236}">
                <a16:creationId xmlns:a16="http://schemas.microsoft.com/office/drawing/2014/main" id="{1A2CE78A-B223-0F9A-A65F-563740D97F36}"/>
              </a:ext>
            </a:extLst>
          </p:cNvPr>
          <p:cNvPicPr>
            <a:picLocks noChangeAspect="1"/>
          </p:cNvPicPr>
          <p:nvPr/>
        </p:nvPicPr>
        <p:blipFill>
          <a:blip r:embed="rId4"/>
          <a:stretch>
            <a:fillRect/>
          </a:stretch>
        </p:blipFill>
        <p:spPr>
          <a:xfrm>
            <a:off x="8141208" y="3799704"/>
            <a:ext cx="3758184" cy="1240200"/>
          </a:xfrm>
          <a:prstGeom prst="rect">
            <a:avLst/>
          </a:prstGeom>
        </p:spPr>
      </p:pic>
    </p:spTree>
    <p:extLst>
      <p:ext uri="{BB962C8B-B14F-4D97-AF65-F5344CB8AC3E}">
        <p14:creationId xmlns:p14="http://schemas.microsoft.com/office/powerpoint/2010/main" val="184606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DA216DF-C268-4A25-A2DC-51E15F550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3EDCF4E-AE82-DBEA-31FF-9D9EFAF2D046}"/>
              </a:ext>
            </a:extLst>
          </p:cNvPr>
          <p:cNvSpPr txBox="1"/>
          <p:nvPr/>
        </p:nvSpPr>
        <p:spPr>
          <a:xfrm>
            <a:off x="638881" y="4474080"/>
            <a:ext cx="10909640" cy="1065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altLang="zh-CN" sz="6600">
                <a:highlight>
                  <a:srgbClr val="FFFF00"/>
                </a:highlight>
                <a:latin typeface="+mj-lt"/>
                <a:ea typeface="+mj-ea"/>
                <a:cs typeface="+mj-cs"/>
              </a:rPr>
              <a:t>Python_fixed_0601_2016V2</a:t>
            </a:r>
          </a:p>
        </p:txBody>
      </p:sp>
      <p:pic>
        <p:nvPicPr>
          <p:cNvPr id="4" name="Picture 3">
            <a:extLst>
              <a:ext uri="{FF2B5EF4-FFF2-40B4-BE49-F238E27FC236}">
                <a16:creationId xmlns:a16="http://schemas.microsoft.com/office/drawing/2014/main" id="{14C26CD7-47D2-A8EC-CC5D-6A54F4D300BD}"/>
              </a:ext>
            </a:extLst>
          </p:cNvPr>
          <p:cNvPicPr>
            <a:picLocks noChangeAspect="1"/>
          </p:cNvPicPr>
          <p:nvPr/>
        </p:nvPicPr>
        <p:blipFill>
          <a:blip r:embed="rId2"/>
          <a:stretch>
            <a:fillRect/>
          </a:stretch>
        </p:blipFill>
        <p:spPr>
          <a:xfrm>
            <a:off x="301752" y="611047"/>
            <a:ext cx="3758184" cy="3194457"/>
          </a:xfrm>
          <a:prstGeom prst="rect">
            <a:avLst/>
          </a:prstGeom>
        </p:spPr>
      </p:pic>
      <p:pic>
        <p:nvPicPr>
          <p:cNvPr id="6" name="Picture 5">
            <a:extLst>
              <a:ext uri="{FF2B5EF4-FFF2-40B4-BE49-F238E27FC236}">
                <a16:creationId xmlns:a16="http://schemas.microsoft.com/office/drawing/2014/main" id="{E278C389-16C1-0778-C334-CF7432D9551A}"/>
              </a:ext>
            </a:extLst>
          </p:cNvPr>
          <p:cNvPicPr>
            <a:picLocks noChangeAspect="1"/>
          </p:cNvPicPr>
          <p:nvPr/>
        </p:nvPicPr>
        <p:blipFill>
          <a:blip r:embed="rId3"/>
          <a:stretch>
            <a:fillRect/>
          </a:stretch>
        </p:blipFill>
        <p:spPr>
          <a:xfrm>
            <a:off x="4224528" y="662723"/>
            <a:ext cx="3758184" cy="3091106"/>
          </a:xfrm>
          <a:prstGeom prst="rect">
            <a:avLst/>
          </a:prstGeom>
        </p:spPr>
      </p:pic>
      <p:pic>
        <p:nvPicPr>
          <p:cNvPr id="8" name="Picture 7">
            <a:extLst>
              <a:ext uri="{FF2B5EF4-FFF2-40B4-BE49-F238E27FC236}">
                <a16:creationId xmlns:a16="http://schemas.microsoft.com/office/drawing/2014/main" id="{FCD99FF7-08B1-C921-C374-905CE1116DE1}"/>
              </a:ext>
            </a:extLst>
          </p:cNvPr>
          <p:cNvPicPr>
            <a:picLocks noChangeAspect="1"/>
          </p:cNvPicPr>
          <p:nvPr/>
        </p:nvPicPr>
        <p:blipFill>
          <a:blip r:embed="rId4"/>
          <a:stretch>
            <a:fillRect/>
          </a:stretch>
        </p:blipFill>
        <p:spPr>
          <a:xfrm>
            <a:off x="8147304" y="1517710"/>
            <a:ext cx="3758184" cy="1381132"/>
          </a:xfrm>
          <a:prstGeom prst="rect">
            <a:avLst/>
          </a:prstGeom>
        </p:spPr>
      </p:pic>
      <p:sp>
        <p:nvSpPr>
          <p:cNvPr id="15" name="sketch line">
            <a:extLst>
              <a:ext uri="{FF2B5EF4-FFF2-40B4-BE49-F238E27FC236}">
                <a16:creationId xmlns:a16="http://schemas.microsoft.com/office/drawing/2014/main" id="{DE127D07-37F2-4FE3-9F47-F0CD6740D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563476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333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22CDD90-92A0-08A5-6F50-6A824961CFD6}"/>
              </a:ext>
            </a:extLst>
          </p:cNvPr>
          <p:cNvPicPr>
            <a:picLocks noChangeAspect="1"/>
          </p:cNvPicPr>
          <p:nvPr/>
        </p:nvPicPr>
        <p:blipFill>
          <a:blip r:embed="rId2"/>
          <a:stretch>
            <a:fillRect/>
          </a:stretch>
        </p:blipFill>
        <p:spPr>
          <a:xfrm>
            <a:off x="471056" y="1468940"/>
            <a:ext cx="2994920" cy="1577477"/>
          </a:xfrm>
          <a:prstGeom prst="rect">
            <a:avLst/>
          </a:prstGeom>
        </p:spPr>
      </p:pic>
      <p:pic>
        <p:nvPicPr>
          <p:cNvPr id="9" name="Picture 8">
            <a:extLst>
              <a:ext uri="{FF2B5EF4-FFF2-40B4-BE49-F238E27FC236}">
                <a16:creationId xmlns:a16="http://schemas.microsoft.com/office/drawing/2014/main" id="{8AB892E2-C10E-597B-37E2-69813A46FD4A}"/>
              </a:ext>
            </a:extLst>
          </p:cNvPr>
          <p:cNvPicPr>
            <a:picLocks noChangeAspect="1"/>
          </p:cNvPicPr>
          <p:nvPr/>
        </p:nvPicPr>
        <p:blipFill>
          <a:blip r:embed="rId3"/>
          <a:stretch>
            <a:fillRect/>
          </a:stretch>
        </p:blipFill>
        <p:spPr>
          <a:xfrm>
            <a:off x="4354287" y="602622"/>
            <a:ext cx="3341914" cy="2999154"/>
          </a:xfrm>
          <a:prstGeom prst="rect">
            <a:avLst/>
          </a:prstGeom>
        </p:spPr>
      </p:pic>
      <p:pic>
        <p:nvPicPr>
          <p:cNvPr id="11" name="Picture 10">
            <a:extLst>
              <a:ext uri="{FF2B5EF4-FFF2-40B4-BE49-F238E27FC236}">
                <a16:creationId xmlns:a16="http://schemas.microsoft.com/office/drawing/2014/main" id="{64F55983-032B-9682-F2A0-A06E00DC9B0B}"/>
              </a:ext>
            </a:extLst>
          </p:cNvPr>
          <p:cNvPicPr>
            <a:picLocks noChangeAspect="1"/>
          </p:cNvPicPr>
          <p:nvPr/>
        </p:nvPicPr>
        <p:blipFill>
          <a:blip r:embed="rId4"/>
          <a:stretch>
            <a:fillRect/>
          </a:stretch>
        </p:blipFill>
        <p:spPr>
          <a:xfrm>
            <a:off x="8850343" y="1895697"/>
            <a:ext cx="3223539" cy="1150720"/>
          </a:xfrm>
          <a:prstGeom prst="rect">
            <a:avLst/>
          </a:prstGeom>
        </p:spPr>
      </p:pic>
      <p:sp>
        <p:nvSpPr>
          <p:cNvPr id="13" name="TextBox 12">
            <a:extLst>
              <a:ext uri="{FF2B5EF4-FFF2-40B4-BE49-F238E27FC236}">
                <a16:creationId xmlns:a16="http://schemas.microsoft.com/office/drawing/2014/main" id="{B1D24253-100E-7706-90C7-EBFD12CDEDB8}"/>
              </a:ext>
            </a:extLst>
          </p:cNvPr>
          <p:cNvSpPr txBox="1"/>
          <p:nvPr/>
        </p:nvSpPr>
        <p:spPr>
          <a:xfrm>
            <a:off x="220910" y="0"/>
            <a:ext cx="3159853" cy="369332"/>
          </a:xfrm>
          <a:prstGeom prst="rect">
            <a:avLst/>
          </a:prstGeom>
          <a:noFill/>
        </p:spPr>
        <p:txBody>
          <a:bodyPr wrap="square">
            <a:spAutoFit/>
          </a:bodyPr>
          <a:lstStyle/>
          <a:p>
            <a:r>
              <a:rPr lang="zh-CN" altLang="en-US" dirty="0"/>
              <a:t>Python_fixed_0601_2016V2_1</a:t>
            </a:r>
          </a:p>
        </p:txBody>
      </p:sp>
      <p:pic>
        <p:nvPicPr>
          <p:cNvPr id="15" name="Picture 14">
            <a:extLst>
              <a:ext uri="{FF2B5EF4-FFF2-40B4-BE49-F238E27FC236}">
                <a16:creationId xmlns:a16="http://schemas.microsoft.com/office/drawing/2014/main" id="{620DBDBB-6F62-B418-74A6-0E4B4BEE2980}"/>
              </a:ext>
            </a:extLst>
          </p:cNvPr>
          <p:cNvPicPr>
            <a:picLocks noChangeAspect="1"/>
          </p:cNvPicPr>
          <p:nvPr/>
        </p:nvPicPr>
        <p:blipFill>
          <a:blip r:embed="rId5"/>
          <a:stretch>
            <a:fillRect/>
          </a:stretch>
        </p:blipFill>
        <p:spPr>
          <a:xfrm>
            <a:off x="471056" y="3655763"/>
            <a:ext cx="3313344" cy="2706620"/>
          </a:xfrm>
          <a:prstGeom prst="rect">
            <a:avLst/>
          </a:prstGeom>
        </p:spPr>
      </p:pic>
      <p:pic>
        <p:nvPicPr>
          <p:cNvPr id="17" name="Picture 16">
            <a:extLst>
              <a:ext uri="{FF2B5EF4-FFF2-40B4-BE49-F238E27FC236}">
                <a16:creationId xmlns:a16="http://schemas.microsoft.com/office/drawing/2014/main" id="{61BD8273-ADBF-3B97-8AA5-C8885BF80219}"/>
              </a:ext>
            </a:extLst>
          </p:cNvPr>
          <p:cNvPicPr>
            <a:picLocks noChangeAspect="1"/>
          </p:cNvPicPr>
          <p:nvPr/>
        </p:nvPicPr>
        <p:blipFill>
          <a:blip r:embed="rId6"/>
          <a:stretch>
            <a:fillRect/>
          </a:stretch>
        </p:blipFill>
        <p:spPr>
          <a:xfrm>
            <a:off x="8850343" y="4612770"/>
            <a:ext cx="3246401" cy="1181202"/>
          </a:xfrm>
          <a:prstGeom prst="rect">
            <a:avLst/>
          </a:prstGeom>
        </p:spPr>
      </p:pic>
      <p:pic>
        <p:nvPicPr>
          <p:cNvPr id="19" name="Picture 18">
            <a:extLst>
              <a:ext uri="{FF2B5EF4-FFF2-40B4-BE49-F238E27FC236}">
                <a16:creationId xmlns:a16="http://schemas.microsoft.com/office/drawing/2014/main" id="{D7D171F6-0E94-6992-DC12-5800455579F0}"/>
              </a:ext>
            </a:extLst>
          </p:cNvPr>
          <p:cNvPicPr>
            <a:picLocks noChangeAspect="1"/>
          </p:cNvPicPr>
          <p:nvPr/>
        </p:nvPicPr>
        <p:blipFill>
          <a:blip r:embed="rId7"/>
          <a:stretch>
            <a:fillRect/>
          </a:stretch>
        </p:blipFill>
        <p:spPr>
          <a:xfrm>
            <a:off x="4757058" y="3766731"/>
            <a:ext cx="3015472" cy="2697216"/>
          </a:xfrm>
          <a:prstGeom prst="rect">
            <a:avLst/>
          </a:prstGeom>
        </p:spPr>
      </p:pic>
    </p:spTree>
    <p:extLst>
      <p:ext uri="{BB962C8B-B14F-4D97-AF65-F5344CB8AC3E}">
        <p14:creationId xmlns:p14="http://schemas.microsoft.com/office/powerpoint/2010/main" val="15951078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1AA630-DDE9-CCE0-48A8-45B661A1E49D}"/>
              </a:ext>
            </a:extLst>
          </p:cNvPr>
          <p:cNvPicPr>
            <a:picLocks noChangeAspect="1"/>
          </p:cNvPicPr>
          <p:nvPr/>
        </p:nvPicPr>
        <p:blipFill>
          <a:blip r:embed="rId2"/>
          <a:stretch>
            <a:fillRect/>
          </a:stretch>
        </p:blipFill>
        <p:spPr>
          <a:xfrm>
            <a:off x="641733" y="505264"/>
            <a:ext cx="2820718" cy="2878283"/>
          </a:xfrm>
          <a:prstGeom prst="rect">
            <a:avLst/>
          </a:prstGeom>
        </p:spPr>
      </p:pic>
      <p:pic>
        <p:nvPicPr>
          <p:cNvPr id="7" name="Picture 6">
            <a:extLst>
              <a:ext uri="{FF2B5EF4-FFF2-40B4-BE49-F238E27FC236}">
                <a16:creationId xmlns:a16="http://schemas.microsoft.com/office/drawing/2014/main" id="{61D36311-8E0A-93F7-BF1E-5E525C523E5C}"/>
              </a:ext>
            </a:extLst>
          </p:cNvPr>
          <p:cNvPicPr>
            <a:picLocks noChangeAspect="1"/>
          </p:cNvPicPr>
          <p:nvPr/>
        </p:nvPicPr>
        <p:blipFill>
          <a:blip r:embed="rId3"/>
          <a:stretch>
            <a:fillRect/>
          </a:stretch>
        </p:blipFill>
        <p:spPr>
          <a:xfrm>
            <a:off x="4003573" y="123662"/>
            <a:ext cx="3875700" cy="3641485"/>
          </a:xfrm>
          <a:prstGeom prst="rect">
            <a:avLst/>
          </a:prstGeom>
        </p:spPr>
      </p:pic>
      <p:pic>
        <p:nvPicPr>
          <p:cNvPr id="9" name="Picture 8">
            <a:extLst>
              <a:ext uri="{FF2B5EF4-FFF2-40B4-BE49-F238E27FC236}">
                <a16:creationId xmlns:a16="http://schemas.microsoft.com/office/drawing/2014/main" id="{9211BFD8-36AC-73CA-120A-318A3989774A}"/>
              </a:ext>
            </a:extLst>
          </p:cNvPr>
          <p:cNvPicPr>
            <a:picLocks noChangeAspect="1"/>
          </p:cNvPicPr>
          <p:nvPr/>
        </p:nvPicPr>
        <p:blipFill>
          <a:blip r:embed="rId4"/>
          <a:stretch>
            <a:fillRect/>
          </a:stretch>
        </p:blipFill>
        <p:spPr>
          <a:xfrm>
            <a:off x="8366428" y="1197579"/>
            <a:ext cx="3825572" cy="1493649"/>
          </a:xfrm>
          <a:prstGeom prst="rect">
            <a:avLst/>
          </a:prstGeom>
        </p:spPr>
      </p:pic>
      <p:pic>
        <p:nvPicPr>
          <p:cNvPr id="10" name="Picture 9">
            <a:extLst>
              <a:ext uri="{FF2B5EF4-FFF2-40B4-BE49-F238E27FC236}">
                <a16:creationId xmlns:a16="http://schemas.microsoft.com/office/drawing/2014/main" id="{A85EA702-17EB-AA44-D5FC-2E5E37B06CA9}"/>
              </a:ext>
            </a:extLst>
          </p:cNvPr>
          <p:cNvPicPr>
            <a:picLocks noChangeAspect="1"/>
          </p:cNvPicPr>
          <p:nvPr/>
        </p:nvPicPr>
        <p:blipFill>
          <a:blip r:embed="rId5"/>
          <a:stretch>
            <a:fillRect/>
          </a:stretch>
        </p:blipFill>
        <p:spPr>
          <a:xfrm>
            <a:off x="3381103" y="3882973"/>
            <a:ext cx="2560320" cy="2639505"/>
          </a:xfrm>
          <a:prstGeom prst="rect">
            <a:avLst/>
          </a:prstGeom>
        </p:spPr>
      </p:pic>
      <p:pic>
        <p:nvPicPr>
          <p:cNvPr id="11" name="Picture 10">
            <a:extLst>
              <a:ext uri="{FF2B5EF4-FFF2-40B4-BE49-F238E27FC236}">
                <a16:creationId xmlns:a16="http://schemas.microsoft.com/office/drawing/2014/main" id="{C8743487-EC7E-B88C-44B7-9036BDFD3259}"/>
              </a:ext>
            </a:extLst>
          </p:cNvPr>
          <p:cNvPicPr>
            <a:picLocks noChangeAspect="1"/>
          </p:cNvPicPr>
          <p:nvPr/>
        </p:nvPicPr>
        <p:blipFill>
          <a:blip r:embed="rId6"/>
          <a:srcRect l="37680" t="41610" r="19958" b="20249"/>
          <a:stretch>
            <a:fillRect/>
          </a:stretch>
        </p:blipFill>
        <p:spPr>
          <a:xfrm>
            <a:off x="6250579" y="3965035"/>
            <a:ext cx="2560320" cy="2322627"/>
          </a:xfrm>
          <a:prstGeom prst="rect">
            <a:avLst/>
          </a:prstGeom>
        </p:spPr>
      </p:pic>
      <p:pic>
        <p:nvPicPr>
          <p:cNvPr id="12" name="Picture 11">
            <a:extLst>
              <a:ext uri="{FF2B5EF4-FFF2-40B4-BE49-F238E27FC236}">
                <a16:creationId xmlns:a16="http://schemas.microsoft.com/office/drawing/2014/main" id="{7453BCF0-99BD-7963-DB49-EEDD05E03FEE}"/>
              </a:ext>
            </a:extLst>
          </p:cNvPr>
          <p:cNvPicPr>
            <a:picLocks noChangeAspect="1"/>
          </p:cNvPicPr>
          <p:nvPr/>
        </p:nvPicPr>
        <p:blipFill>
          <a:blip r:embed="rId7"/>
          <a:stretch>
            <a:fillRect/>
          </a:stretch>
        </p:blipFill>
        <p:spPr>
          <a:xfrm>
            <a:off x="641733" y="4117791"/>
            <a:ext cx="2560320" cy="2169871"/>
          </a:xfrm>
          <a:prstGeom prst="rect">
            <a:avLst/>
          </a:prstGeom>
        </p:spPr>
      </p:pic>
      <p:pic>
        <p:nvPicPr>
          <p:cNvPr id="13" name="Picture 12">
            <a:extLst>
              <a:ext uri="{FF2B5EF4-FFF2-40B4-BE49-F238E27FC236}">
                <a16:creationId xmlns:a16="http://schemas.microsoft.com/office/drawing/2014/main" id="{8CA27E6F-73EE-5DB0-9A18-370FB05F76B6}"/>
              </a:ext>
            </a:extLst>
          </p:cNvPr>
          <p:cNvPicPr>
            <a:picLocks noChangeAspect="1"/>
          </p:cNvPicPr>
          <p:nvPr/>
        </p:nvPicPr>
        <p:blipFill>
          <a:blip r:embed="rId8"/>
          <a:stretch>
            <a:fillRect/>
          </a:stretch>
        </p:blipFill>
        <p:spPr>
          <a:xfrm>
            <a:off x="9283004" y="4722665"/>
            <a:ext cx="2560320" cy="960120"/>
          </a:xfrm>
          <a:prstGeom prst="rect">
            <a:avLst/>
          </a:prstGeom>
        </p:spPr>
      </p:pic>
    </p:spTree>
    <p:extLst>
      <p:ext uri="{BB962C8B-B14F-4D97-AF65-F5344CB8AC3E}">
        <p14:creationId xmlns:p14="http://schemas.microsoft.com/office/powerpoint/2010/main" val="28844170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161862-F8FA-3529-B80B-DE698DF58EC3}"/>
              </a:ext>
            </a:extLst>
          </p:cNvPr>
          <p:cNvPicPr>
            <a:picLocks noChangeAspect="1"/>
          </p:cNvPicPr>
          <p:nvPr/>
        </p:nvPicPr>
        <p:blipFill>
          <a:blip r:embed="rId2"/>
          <a:stretch>
            <a:fillRect/>
          </a:stretch>
        </p:blipFill>
        <p:spPr>
          <a:xfrm>
            <a:off x="484632" y="2106174"/>
            <a:ext cx="2560320" cy="2639505"/>
          </a:xfrm>
          <a:prstGeom prst="rect">
            <a:avLst/>
          </a:prstGeom>
        </p:spPr>
      </p:pic>
      <p:cxnSp>
        <p:nvCxnSpPr>
          <p:cNvPr id="16" name="Straight Connector 15">
            <a:extLst>
              <a:ext uri="{FF2B5EF4-FFF2-40B4-BE49-F238E27FC236}">
                <a16:creationId xmlns:a16="http://schemas.microsoft.com/office/drawing/2014/main" id="{50DA1EB8-87CF-4588-A1FD-4756F9A28F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10079"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512E466-44A5-D76E-95E8-C01C31CEC7A6}"/>
              </a:ext>
            </a:extLst>
          </p:cNvPr>
          <p:cNvPicPr>
            <a:picLocks noChangeAspect="1"/>
          </p:cNvPicPr>
          <p:nvPr/>
        </p:nvPicPr>
        <p:blipFill>
          <a:blip r:embed="rId3"/>
          <a:srcRect l="37680" t="41610" r="19958" b="20249"/>
          <a:stretch>
            <a:fillRect/>
          </a:stretch>
        </p:blipFill>
        <p:spPr>
          <a:xfrm>
            <a:off x="3354631" y="2264613"/>
            <a:ext cx="2560320" cy="2322627"/>
          </a:xfrm>
          <a:prstGeom prst="rect">
            <a:avLst/>
          </a:prstGeom>
        </p:spPr>
      </p:pic>
      <p:cxnSp>
        <p:nvCxnSpPr>
          <p:cNvPr id="18" name="Straight Connector 17">
            <a:extLst>
              <a:ext uri="{FF2B5EF4-FFF2-40B4-BE49-F238E27FC236}">
                <a16:creationId xmlns:a16="http://schemas.microsoft.com/office/drawing/2014/main" id="{D7A4E378-EA57-47B9-B1EB-58B998F6CF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2595"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5536735-B48B-50BE-A3C6-F22B6DEE9714}"/>
              </a:ext>
            </a:extLst>
          </p:cNvPr>
          <p:cNvPicPr>
            <a:picLocks noChangeAspect="1"/>
          </p:cNvPicPr>
          <p:nvPr/>
        </p:nvPicPr>
        <p:blipFill>
          <a:blip r:embed="rId4"/>
          <a:stretch>
            <a:fillRect/>
          </a:stretch>
        </p:blipFill>
        <p:spPr>
          <a:xfrm>
            <a:off x="6235726" y="2340991"/>
            <a:ext cx="2560320" cy="2169871"/>
          </a:xfrm>
          <a:prstGeom prst="rect">
            <a:avLst/>
          </a:prstGeom>
        </p:spPr>
      </p:pic>
      <p:cxnSp>
        <p:nvCxnSpPr>
          <p:cNvPr id="20" name="Straight Connector 19">
            <a:extLst>
              <a:ext uri="{FF2B5EF4-FFF2-40B4-BE49-F238E27FC236}">
                <a16:creationId xmlns:a16="http://schemas.microsoft.com/office/drawing/2014/main" id="{D2B31ED6-76F0-425A-9A41-C947AEF9C1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66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249EB499-4415-6A71-CD1A-D4FF6BEE12E4}"/>
              </a:ext>
            </a:extLst>
          </p:cNvPr>
          <p:cNvPicPr>
            <a:picLocks noChangeAspect="1"/>
          </p:cNvPicPr>
          <p:nvPr/>
        </p:nvPicPr>
        <p:blipFill>
          <a:blip r:embed="rId5"/>
          <a:stretch>
            <a:fillRect/>
          </a:stretch>
        </p:blipFill>
        <p:spPr>
          <a:xfrm>
            <a:off x="9120662" y="2945867"/>
            <a:ext cx="2560320" cy="960120"/>
          </a:xfrm>
          <a:prstGeom prst="rect">
            <a:avLst/>
          </a:prstGeom>
        </p:spPr>
      </p:pic>
    </p:spTree>
    <p:extLst>
      <p:ext uri="{BB962C8B-B14F-4D97-AF65-F5344CB8AC3E}">
        <p14:creationId xmlns:p14="http://schemas.microsoft.com/office/powerpoint/2010/main" val="3288417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B21F85-3B06-196F-3988-93C687EA9F56}"/>
              </a:ext>
            </a:extLst>
          </p:cNvPr>
          <p:cNvPicPr>
            <a:picLocks noChangeAspect="1"/>
          </p:cNvPicPr>
          <p:nvPr/>
        </p:nvPicPr>
        <p:blipFill>
          <a:blip r:embed="rId2"/>
          <a:stretch>
            <a:fillRect/>
          </a:stretch>
        </p:blipFill>
        <p:spPr>
          <a:xfrm>
            <a:off x="573979" y="642572"/>
            <a:ext cx="5601185" cy="5311600"/>
          </a:xfrm>
          <a:prstGeom prst="rect">
            <a:avLst/>
          </a:prstGeom>
        </p:spPr>
      </p:pic>
      <p:pic>
        <p:nvPicPr>
          <p:cNvPr id="7" name="Picture 6">
            <a:extLst>
              <a:ext uri="{FF2B5EF4-FFF2-40B4-BE49-F238E27FC236}">
                <a16:creationId xmlns:a16="http://schemas.microsoft.com/office/drawing/2014/main" id="{E7BF9CF5-598B-5217-7426-5E4A6903571B}"/>
              </a:ext>
            </a:extLst>
          </p:cNvPr>
          <p:cNvPicPr>
            <a:picLocks noChangeAspect="1"/>
          </p:cNvPicPr>
          <p:nvPr/>
        </p:nvPicPr>
        <p:blipFill>
          <a:blip r:embed="rId3"/>
          <a:stretch>
            <a:fillRect/>
          </a:stretch>
        </p:blipFill>
        <p:spPr>
          <a:xfrm>
            <a:off x="7311770" y="2574409"/>
            <a:ext cx="3795089" cy="1447925"/>
          </a:xfrm>
          <a:prstGeom prst="rect">
            <a:avLst/>
          </a:prstGeom>
        </p:spPr>
      </p:pic>
      <p:sp>
        <p:nvSpPr>
          <p:cNvPr id="9" name="TextBox 8">
            <a:extLst>
              <a:ext uri="{FF2B5EF4-FFF2-40B4-BE49-F238E27FC236}">
                <a16:creationId xmlns:a16="http://schemas.microsoft.com/office/drawing/2014/main" id="{2A2D1AFD-850B-C102-EA35-437312C1048D}"/>
              </a:ext>
            </a:extLst>
          </p:cNvPr>
          <p:cNvSpPr txBox="1"/>
          <p:nvPr/>
        </p:nvSpPr>
        <p:spPr>
          <a:xfrm>
            <a:off x="262855" y="157185"/>
            <a:ext cx="3277299" cy="369332"/>
          </a:xfrm>
          <a:prstGeom prst="rect">
            <a:avLst/>
          </a:prstGeom>
          <a:noFill/>
        </p:spPr>
        <p:txBody>
          <a:bodyPr wrap="square">
            <a:spAutoFit/>
          </a:bodyPr>
          <a:lstStyle/>
          <a:p>
            <a:r>
              <a:rPr lang="zh-CN" altLang="en-US" dirty="0"/>
              <a:t>Python_fixed_0601_2016V2_2</a:t>
            </a:r>
          </a:p>
        </p:txBody>
      </p:sp>
    </p:spTree>
    <p:extLst>
      <p:ext uri="{BB962C8B-B14F-4D97-AF65-F5344CB8AC3E}">
        <p14:creationId xmlns:p14="http://schemas.microsoft.com/office/powerpoint/2010/main" val="212635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977E-FC26-63B1-EB8F-3A1DF676B3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A9724D-828B-8537-492D-C3142D0F086F}"/>
              </a:ext>
            </a:extLst>
          </p:cNvPr>
          <p:cNvPicPr>
            <a:picLocks noChangeAspect="1"/>
          </p:cNvPicPr>
          <p:nvPr/>
        </p:nvPicPr>
        <p:blipFill>
          <a:blip r:embed="rId2"/>
          <a:stretch>
            <a:fillRect/>
          </a:stretch>
        </p:blipFill>
        <p:spPr>
          <a:xfrm>
            <a:off x="468098" y="779380"/>
            <a:ext cx="5009914" cy="5299240"/>
          </a:xfrm>
          <a:prstGeom prst="rect">
            <a:avLst/>
          </a:prstGeom>
        </p:spPr>
      </p:pic>
      <p:pic>
        <p:nvPicPr>
          <p:cNvPr id="6" name="Picture 5">
            <a:extLst>
              <a:ext uri="{FF2B5EF4-FFF2-40B4-BE49-F238E27FC236}">
                <a16:creationId xmlns:a16="http://schemas.microsoft.com/office/drawing/2014/main" id="{DDCD2B3D-3155-901B-AFE4-A463A5412707}"/>
              </a:ext>
            </a:extLst>
          </p:cNvPr>
          <p:cNvPicPr>
            <a:picLocks noChangeAspect="1"/>
          </p:cNvPicPr>
          <p:nvPr/>
        </p:nvPicPr>
        <p:blipFill>
          <a:blip r:embed="rId3"/>
          <a:stretch>
            <a:fillRect/>
          </a:stretch>
        </p:blipFill>
        <p:spPr>
          <a:xfrm>
            <a:off x="6796423" y="2712658"/>
            <a:ext cx="3756986" cy="1432684"/>
          </a:xfrm>
          <a:prstGeom prst="rect">
            <a:avLst/>
          </a:prstGeom>
        </p:spPr>
      </p:pic>
      <p:sp>
        <p:nvSpPr>
          <p:cNvPr id="8" name="TextBox 7">
            <a:extLst>
              <a:ext uri="{FF2B5EF4-FFF2-40B4-BE49-F238E27FC236}">
                <a16:creationId xmlns:a16="http://schemas.microsoft.com/office/drawing/2014/main" id="{E761A127-5E32-7CDB-6FDF-29930F92A7E9}"/>
              </a:ext>
            </a:extLst>
          </p:cNvPr>
          <p:cNvSpPr txBox="1"/>
          <p:nvPr/>
        </p:nvSpPr>
        <p:spPr>
          <a:xfrm>
            <a:off x="262855" y="157185"/>
            <a:ext cx="3277299" cy="369332"/>
          </a:xfrm>
          <a:prstGeom prst="rect">
            <a:avLst/>
          </a:prstGeom>
          <a:noFill/>
        </p:spPr>
        <p:txBody>
          <a:bodyPr wrap="square">
            <a:spAutoFit/>
          </a:bodyPr>
          <a:lstStyle/>
          <a:p>
            <a:r>
              <a:rPr lang="zh-CN" altLang="en-US" dirty="0"/>
              <a:t>Python_fixed_0601_2016V2_2</a:t>
            </a:r>
          </a:p>
        </p:txBody>
      </p:sp>
    </p:spTree>
    <p:extLst>
      <p:ext uri="{BB962C8B-B14F-4D97-AF65-F5344CB8AC3E}">
        <p14:creationId xmlns:p14="http://schemas.microsoft.com/office/powerpoint/2010/main" val="3955969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C406A3-4E28-2044-21F7-526DF9F916BD}"/>
              </a:ext>
            </a:extLst>
          </p:cNvPr>
          <p:cNvPicPr>
            <a:picLocks noChangeAspect="1"/>
          </p:cNvPicPr>
          <p:nvPr/>
        </p:nvPicPr>
        <p:blipFill>
          <a:blip r:embed="rId2"/>
          <a:stretch>
            <a:fillRect/>
          </a:stretch>
        </p:blipFill>
        <p:spPr>
          <a:xfrm>
            <a:off x="817520" y="910351"/>
            <a:ext cx="4752072" cy="4752072"/>
          </a:xfrm>
          <a:prstGeom prst="rect">
            <a:avLst/>
          </a:prstGeom>
        </p:spPr>
      </p:pic>
      <p:pic>
        <p:nvPicPr>
          <p:cNvPr id="7" name="Picture 6">
            <a:extLst>
              <a:ext uri="{FF2B5EF4-FFF2-40B4-BE49-F238E27FC236}">
                <a16:creationId xmlns:a16="http://schemas.microsoft.com/office/drawing/2014/main" id="{6AD96E94-8428-749A-BE88-5E69828FF34F}"/>
              </a:ext>
            </a:extLst>
          </p:cNvPr>
          <p:cNvPicPr>
            <a:picLocks noChangeAspect="1"/>
          </p:cNvPicPr>
          <p:nvPr/>
        </p:nvPicPr>
        <p:blipFill>
          <a:blip r:embed="rId3"/>
          <a:stretch>
            <a:fillRect/>
          </a:stretch>
        </p:blipFill>
        <p:spPr>
          <a:xfrm>
            <a:off x="6532131" y="2678365"/>
            <a:ext cx="3825572" cy="1501270"/>
          </a:xfrm>
          <a:prstGeom prst="rect">
            <a:avLst/>
          </a:prstGeom>
        </p:spPr>
      </p:pic>
      <p:sp>
        <p:nvSpPr>
          <p:cNvPr id="8" name="TextBox 7">
            <a:extLst>
              <a:ext uri="{FF2B5EF4-FFF2-40B4-BE49-F238E27FC236}">
                <a16:creationId xmlns:a16="http://schemas.microsoft.com/office/drawing/2014/main" id="{093D27C4-1C2D-BB86-D0C9-EE62282AA47D}"/>
              </a:ext>
            </a:extLst>
          </p:cNvPr>
          <p:cNvSpPr txBox="1"/>
          <p:nvPr/>
        </p:nvSpPr>
        <p:spPr>
          <a:xfrm>
            <a:off x="262855" y="157185"/>
            <a:ext cx="3277299" cy="369332"/>
          </a:xfrm>
          <a:prstGeom prst="rect">
            <a:avLst/>
          </a:prstGeom>
          <a:noFill/>
        </p:spPr>
        <p:txBody>
          <a:bodyPr wrap="square">
            <a:spAutoFit/>
          </a:bodyPr>
          <a:lstStyle/>
          <a:p>
            <a:r>
              <a:rPr lang="zh-CN" altLang="en-US" dirty="0"/>
              <a:t>Python_fixed_0601_2016V2_2</a:t>
            </a:r>
          </a:p>
        </p:txBody>
      </p:sp>
    </p:spTree>
    <p:extLst>
      <p:ext uri="{BB962C8B-B14F-4D97-AF65-F5344CB8AC3E}">
        <p14:creationId xmlns:p14="http://schemas.microsoft.com/office/powerpoint/2010/main" val="1182813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C2E598-3BD2-B964-EC88-C2190FDA7B33}"/>
              </a:ext>
            </a:extLst>
          </p:cNvPr>
          <p:cNvPicPr>
            <a:picLocks noChangeAspect="1"/>
          </p:cNvPicPr>
          <p:nvPr/>
        </p:nvPicPr>
        <p:blipFill>
          <a:blip r:embed="rId2"/>
          <a:stretch>
            <a:fillRect/>
          </a:stretch>
        </p:blipFill>
        <p:spPr>
          <a:xfrm>
            <a:off x="548159" y="892025"/>
            <a:ext cx="5547841" cy="4922947"/>
          </a:xfrm>
          <a:prstGeom prst="rect">
            <a:avLst/>
          </a:prstGeom>
        </p:spPr>
      </p:pic>
      <p:pic>
        <p:nvPicPr>
          <p:cNvPr id="7" name="Picture 6">
            <a:extLst>
              <a:ext uri="{FF2B5EF4-FFF2-40B4-BE49-F238E27FC236}">
                <a16:creationId xmlns:a16="http://schemas.microsoft.com/office/drawing/2014/main" id="{97CD8815-51DE-EB70-AA38-C5D9F40FCF23}"/>
              </a:ext>
            </a:extLst>
          </p:cNvPr>
          <p:cNvPicPr>
            <a:picLocks noChangeAspect="1"/>
          </p:cNvPicPr>
          <p:nvPr/>
        </p:nvPicPr>
        <p:blipFill>
          <a:blip r:embed="rId3"/>
          <a:stretch>
            <a:fillRect/>
          </a:stretch>
        </p:blipFill>
        <p:spPr>
          <a:xfrm>
            <a:off x="6887220" y="2659313"/>
            <a:ext cx="3947502" cy="1539373"/>
          </a:xfrm>
          <a:prstGeom prst="rect">
            <a:avLst/>
          </a:prstGeom>
        </p:spPr>
      </p:pic>
    </p:spTree>
    <p:extLst>
      <p:ext uri="{BB962C8B-B14F-4D97-AF65-F5344CB8AC3E}">
        <p14:creationId xmlns:p14="http://schemas.microsoft.com/office/powerpoint/2010/main" val="5973273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027170-8C38-2E77-989C-CEC5C3BED913}"/>
              </a:ext>
            </a:extLst>
          </p:cNvPr>
          <p:cNvPicPr>
            <a:picLocks noChangeAspect="1"/>
          </p:cNvPicPr>
          <p:nvPr/>
        </p:nvPicPr>
        <p:blipFill>
          <a:blip r:embed="rId2"/>
          <a:stretch>
            <a:fillRect/>
          </a:stretch>
        </p:blipFill>
        <p:spPr>
          <a:xfrm>
            <a:off x="366072" y="809700"/>
            <a:ext cx="5342083" cy="4541914"/>
          </a:xfrm>
          <a:prstGeom prst="rect">
            <a:avLst/>
          </a:prstGeom>
        </p:spPr>
      </p:pic>
      <p:pic>
        <p:nvPicPr>
          <p:cNvPr id="7" name="Picture 6">
            <a:extLst>
              <a:ext uri="{FF2B5EF4-FFF2-40B4-BE49-F238E27FC236}">
                <a16:creationId xmlns:a16="http://schemas.microsoft.com/office/drawing/2014/main" id="{24D35AF0-1A1A-C26F-ABA4-E9ECEDBEAADE}"/>
              </a:ext>
            </a:extLst>
          </p:cNvPr>
          <p:cNvPicPr>
            <a:picLocks noChangeAspect="1"/>
          </p:cNvPicPr>
          <p:nvPr/>
        </p:nvPicPr>
        <p:blipFill>
          <a:blip r:embed="rId3"/>
          <a:stretch>
            <a:fillRect/>
          </a:stretch>
        </p:blipFill>
        <p:spPr>
          <a:xfrm>
            <a:off x="6096000" y="319843"/>
            <a:ext cx="3863675" cy="1501270"/>
          </a:xfrm>
          <a:prstGeom prst="rect">
            <a:avLst/>
          </a:prstGeom>
        </p:spPr>
      </p:pic>
      <p:pic>
        <p:nvPicPr>
          <p:cNvPr id="9" name="Picture 8">
            <a:extLst>
              <a:ext uri="{FF2B5EF4-FFF2-40B4-BE49-F238E27FC236}">
                <a16:creationId xmlns:a16="http://schemas.microsoft.com/office/drawing/2014/main" id="{01E036C4-4DCC-7830-9C55-D085BC6E39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2606" y="1957375"/>
            <a:ext cx="3987069" cy="2325790"/>
          </a:xfrm>
          <a:prstGeom prst="rect">
            <a:avLst/>
          </a:prstGeom>
        </p:spPr>
      </p:pic>
      <p:pic>
        <p:nvPicPr>
          <p:cNvPr id="11" name="Picture 10">
            <a:extLst>
              <a:ext uri="{FF2B5EF4-FFF2-40B4-BE49-F238E27FC236}">
                <a16:creationId xmlns:a16="http://schemas.microsoft.com/office/drawing/2014/main" id="{4FE4D91D-5545-D44A-5AD0-FF2D01695B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2607" y="4283165"/>
            <a:ext cx="3987068" cy="2325790"/>
          </a:xfrm>
          <a:prstGeom prst="rect">
            <a:avLst/>
          </a:prstGeom>
        </p:spPr>
      </p:pic>
    </p:spTree>
    <p:extLst>
      <p:ext uri="{BB962C8B-B14F-4D97-AF65-F5344CB8AC3E}">
        <p14:creationId xmlns:p14="http://schemas.microsoft.com/office/powerpoint/2010/main" val="3831561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F252330-5F33-5484-BD40-09D94B881D56}"/>
              </a:ext>
            </a:extLst>
          </p:cNvPr>
          <p:cNvPicPr>
            <a:picLocks noChangeAspect="1"/>
          </p:cNvPicPr>
          <p:nvPr/>
        </p:nvPicPr>
        <p:blipFill>
          <a:blip r:embed="rId2"/>
          <a:stretch>
            <a:fillRect/>
          </a:stretch>
        </p:blipFill>
        <p:spPr>
          <a:xfrm>
            <a:off x="234892" y="450113"/>
            <a:ext cx="6223409" cy="6068133"/>
          </a:xfrm>
          <a:prstGeom prst="rect">
            <a:avLst/>
          </a:prstGeom>
        </p:spPr>
      </p:pic>
      <p:pic>
        <p:nvPicPr>
          <p:cNvPr id="11" name="Picture 10">
            <a:extLst>
              <a:ext uri="{FF2B5EF4-FFF2-40B4-BE49-F238E27FC236}">
                <a16:creationId xmlns:a16="http://schemas.microsoft.com/office/drawing/2014/main" id="{E1A69255-BD03-0DDC-08B7-DE19DD205832}"/>
              </a:ext>
            </a:extLst>
          </p:cNvPr>
          <p:cNvPicPr>
            <a:picLocks noChangeAspect="1"/>
          </p:cNvPicPr>
          <p:nvPr/>
        </p:nvPicPr>
        <p:blipFill>
          <a:blip r:embed="rId3"/>
          <a:stretch>
            <a:fillRect/>
          </a:stretch>
        </p:blipFill>
        <p:spPr>
          <a:xfrm>
            <a:off x="6617692" y="450113"/>
            <a:ext cx="3787468" cy="1539373"/>
          </a:xfrm>
          <a:prstGeom prst="rect">
            <a:avLst/>
          </a:prstGeom>
        </p:spPr>
      </p:pic>
      <p:pic>
        <p:nvPicPr>
          <p:cNvPr id="13" name="Picture 12">
            <a:extLst>
              <a:ext uri="{FF2B5EF4-FFF2-40B4-BE49-F238E27FC236}">
                <a16:creationId xmlns:a16="http://schemas.microsoft.com/office/drawing/2014/main" id="{5F487025-347E-1E7B-5772-EAE9ED58B5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8301" y="2091092"/>
            <a:ext cx="4037269" cy="2355073"/>
          </a:xfrm>
          <a:prstGeom prst="rect">
            <a:avLst/>
          </a:prstGeom>
        </p:spPr>
      </p:pic>
      <p:pic>
        <p:nvPicPr>
          <p:cNvPr id="15" name="Picture 14">
            <a:extLst>
              <a:ext uri="{FF2B5EF4-FFF2-40B4-BE49-F238E27FC236}">
                <a16:creationId xmlns:a16="http://schemas.microsoft.com/office/drawing/2014/main" id="{6D1D41A9-A0BC-F366-B6F0-94886B335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2791" y="4382749"/>
            <a:ext cx="4037269" cy="2355073"/>
          </a:xfrm>
          <a:prstGeom prst="rect">
            <a:avLst/>
          </a:prstGeom>
        </p:spPr>
      </p:pic>
    </p:spTree>
    <p:extLst>
      <p:ext uri="{BB962C8B-B14F-4D97-AF65-F5344CB8AC3E}">
        <p14:creationId xmlns:p14="http://schemas.microsoft.com/office/powerpoint/2010/main" val="25103902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237708-0071-B65D-73CF-14691C73F8E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zh-CN" sz="4000" kern="1200">
                <a:solidFill>
                  <a:srgbClr val="FFFFFF"/>
                </a:solidFill>
                <a:latin typeface="+mj-lt"/>
                <a:ea typeface="+mj-ea"/>
                <a:cs typeface="+mj-cs"/>
              </a:rPr>
              <a:t>summary</a:t>
            </a:r>
          </a:p>
        </p:txBody>
      </p:sp>
      <p:graphicFrame>
        <p:nvGraphicFramePr>
          <p:cNvPr id="4" name="Table 3">
            <a:extLst>
              <a:ext uri="{FF2B5EF4-FFF2-40B4-BE49-F238E27FC236}">
                <a16:creationId xmlns:a16="http://schemas.microsoft.com/office/drawing/2014/main" id="{0AFD5907-7660-8F5D-5F88-934741D49844}"/>
              </a:ext>
            </a:extLst>
          </p:cNvPr>
          <p:cNvGraphicFramePr>
            <a:graphicFrameLocks noGrp="1"/>
          </p:cNvGraphicFramePr>
          <p:nvPr>
            <p:extLst>
              <p:ext uri="{D42A27DB-BD31-4B8C-83A1-F6EECF244321}">
                <p14:modId xmlns:p14="http://schemas.microsoft.com/office/powerpoint/2010/main" val="99594326"/>
              </p:ext>
            </p:extLst>
          </p:nvPr>
        </p:nvGraphicFramePr>
        <p:xfrm>
          <a:off x="432225" y="2933720"/>
          <a:ext cx="11327555" cy="2517310"/>
        </p:xfrm>
        <a:graphic>
          <a:graphicData uri="http://schemas.openxmlformats.org/drawingml/2006/table">
            <a:tbl>
              <a:tblPr/>
              <a:tblGrid>
                <a:gridCol w="268409">
                  <a:extLst>
                    <a:ext uri="{9D8B030D-6E8A-4147-A177-3AD203B41FA5}">
                      <a16:colId xmlns:a16="http://schemas.microsoft.com/office/drawing/2014/main" val="135643155"/>
                    </a:ext>
                  </a:extLst>
                </a:gridCol>
                <a:gridCol w="714670">
                  <a:extLst>
                    <a:ext uri="{9D8B030D-6E8A-4147-A177-3AD203B41FA5}">
                      <a16:colId xmlns:a16="http://schemas.microsoft.com/office/drawing/2014/main" val="3865348552"/>
                    </a:ext>
                  </a:extLst>
                </a:gridCol>
                <a:gridCol w="717928">
                  <a:extLst>
                    <a:ext uri="{9D8B030D-6E8A-4147-A177-3AD203B41FA5}">
                      <a16:colId xmlns:a16="http://schemas.microsoft.com/office/drawing/2014/main" val="3556619287"/>
                    </a:ext>
                  </a:extLst>
                </a:gridCol>
                <a:gridCol w="706526">
                  <a:extLst>
                    <a:ext uri="{9D8B030D-6E8A-4147-A177-3AD203B41FA5}">
                      <a16:colId xmlns:a16="http://schemas.microsoft.com/office/drawing/2014/main" val="1385598774"/>
                    </a:ext>
                  </a:extLst>
                </a:gridCol>
                <a:gridCol w="1126729">
                  <a:extLst>
                    <a:ext uri="{9D8B030D-6E8A-4147-A177-3AD203B41FA5}">
                      <a16:colId xmlns:a16="http://schemas.microsoft.com/office/drawing/2014/main" val="2053472749"/>
                    </a:ext>
                  </a:extLst>
                </a:gridCol>
                <a:gridCol w="559944">
                  <a:extLst>
                    <a:ext uri="{9D8B030D-6E8A-4147-A177-3AD203B41FA5}">
                      <a16:colId xmlns:a16="http://schemas.microsoft.com/office/drawing/2014/main" val="1963747809"/>
                    </a:ext>
                  </a:extLst>
                </a:gridCol>
                <a:gridCol w="563203">
                  <a:extLst>
                    <a:ext uri="{9D8B030D-6E8A-4147-A177-3AD203B41FA5}">
                      <a16:colId xmlns:a16="http://schemas.microsoft.com/office/drawing/2014/main" val="1949594080"/>
                    </a:ext>
                  </a:extLst>
                </a:gridCol>
                <a:gridCol w="551801">
                  <a:extLst>
                    <a:ext uri="{9D8B030D-6E8A-4147-A177-3AD203B41FA5}">
                      <a16:colId xmlns:a16="http://schemas.microsoft.com/office/drawing/2014/main" val="1584590747"/>
                    </a:ext>
                  </a:extLst>
                </a:gridCol>
                <a:gridCol w="972004">
                  <a:extLst>
                    <a:ext uri="{9D8B030D-6E8A-4147-A177-3AD203B41FA5}">
                      <a16:colId xmlns:a16="http://schemas.microsoft.com/office/drawing/2014/main" val="1793758875"/>
                    </a:ext>
                  </a:extLst>
                </a:gridCol>
                <a:gridCol w="641379">
                  <a:extLst>
                    <a:ext uri="{9D8B030D-6E8A-4147-A177-3AD203B41FA5}">
                      <a16:colId xmlns:a16="http://schemas.microsoft.com/office/drawing/2014/main" val="2687403906"/>
                    </a:ext>
                  </a:extLst>
                </a:gridCol>
                <a:gridCol w="644636">
                  <a:extLst>
                    <a:ext uri="{9D8B030D-6E8A-4147-A177-3AD203B41FA5}">
                      <a16:colId xmlns:a16="http://schemas.microsoft.com/office/drawing/2014/main" val="2843383312"/>
                    </a:ext>
                  </a:extLst>
                </a:gridCol>
                <a:gridCol w="633236">
                  <a:extLst>
                    <a:ext uri="{9D8B030D-6E8A-4147-A177-3AD203B41FA5}">
                      <a16:colId xmlns:a16="http://schemas.microsoft.com/office/drawing/2014/main" val="945476093"/>
                    </a:ext>
                  </a:extLst>
                </a:gridCol>
                <a:gridCol w="1053438">
                  <a:extLst>
                    <a:ext uri="{9D8B030D-6E8A-4147-A177-3AD203B41FA5}">
                      <a16:colId xmlns:a16="http://schemas.microsoft.com/office/drawing/2014/main" val="1162579299"/>
                    </a:ext>
                  </a:extLst>
                </a:gridCol>
                <a:gridCol w="1077868">
                  <a:extLst>
                    <a:ext uri="{9D8B030D-6E8A-4147-A177-3AD203B41FA5}">
                      <a16:colId xmlns:a16="http://schemas.microsoft.com/office/drawing/2014/main" val="1023669301"/>
                    </a:ext>
                  </a:extLst>
                </a:gridCol>
                <a:gridCol w="1095784">
                  <a:extLst>
                    <a:ext uri="{9D8B030D-6E8A-4147-A177-3AD203B41FA5}">
                      <a16:colId xmlns:a16="http://schemas.microsoft.com/office/drawing/2014/main" val="1114485121"/>
                    </a:ext>
                  </a:extLst>
                </a:gridCol>
              </a:tblGrid>
              <a:tr h="217333">
                <a:tc>
                  <a:txBody>
                    <a:bodyPr/>
                    <a:lstStyle/>
                    <a:p>
                      <a:pPr algn="ctr" fontAlgn="ctr">
                        <a:buNone/>
                      </a:pPr>
                      <a:r>
                        <a:rPr lang="en-US" sz="1100" b="1" i="0" u="none" strike="noStrike">
                          <a:solidFill>
                            <a:srgbClr val="FFFFFF"/>
                          </a:solidFill>
                          <a:effectLst/>
                          <a:latin typeface="Calibri" panose="020F0502020204030204" pitchFamily="34" charset="0"/>
                        </a:rPr>
                        <a:t>ID</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Desired_x</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Desired_y</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Desired_z</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Desired_phi_deg</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Error_x</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Error_y</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Error_z</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Error_phi_deg</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Actual_x</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Actual_y</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Actual_z</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Actual_phi_deg</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Error_norm_xyz</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fontAlgn="ctr">
                        <a:buNone/>
                      </a:pPr>
                      <a:r>
                        <a:rPr lang="en-US" sz="1100" b="1" i="0" u="none" strike="noStrike">
                          <a:solidFill>
                            <a:srgbClr val="FFFFFF"/>
                          </a:solidFill>
                          <a:effectLst/>
                          <a:latin typeface="Calibri" panose="020F0502020204030204" pitchFamily="34" charset="0"/>
                        </a:rPr>
                        <a:t>Notes</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extLst>
                  <a:ext uri="{0D108BD9-81ED-4DB2-BD59-A6C34878D82A}">
                    <a16:rowId xmlns:a16="http://schemas.microsoft.com/office/drawing/2014/main" val="4120087491"/>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0.200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-0.003</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0.697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0.199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0.003</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l" fontAlgn="t">
                        <a:buNone/>
                      </a:pPr>
                      <a:r>
                        <a:rPr lang="en-US" sz="1100" b="0" i="0" u="none" strike="noStrike">
                          <a:solidFill>
                            <a:srgbClr val="000000"/>
                          </a:solidFill>
                          <a:effectLst/>
                          <a:latin typeface="Calibri" panose="020F0502020204030204" pitchFamily="34" charset="0"/>
                        </a:rPr>
                        <a:t>Small offset</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extLst>
                  <a:ext uri="{0D108BD9-81ED-4DB2-BD59-A6C34878D82A}">
                    <a16:rowId xmlns:a16="http://schemas.microsoft.com/office/drawing/2014/main" val="2512590528"/>
                  </a:ext>
                </a:extLst>
              </a:tr>
              <a:tr h="389323">
                <a:tc>
                  <a:txBody>
                    <a:bodyPr/>
                    <a:lstStyle/>
                    <a:p>
                      <a:pPr algn="ctr" fontAlgn="ctr">
                        <a:buNone/>
                      </a:pPr>
                      <a:r>
                        <a:rPr lang="en-US" sz="1100" b="0" i="0" u="none" strike="noStrike">
                          <a:solidFill>
                            <a:srgbClr val="000000"/>
                          </a:solidFill>
                          <a:effectLst/>
                          <a:latin typeface="Calibri" panose="020F0502020204030204" pitchFamily="34" charset="0"/>
                        </a:rPr>
                        <a:t>T2</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-0.200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-0.257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-0.022</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0.678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-0.194</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-0.251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0.024</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l" fontAlgn="t">
                        <a:buNone/>
                      </a:pPr>
                      <a:r>
                        <a:rPr lang="en-US" sz="1100" b="0" i="0" u="none" strike="noStrike">
                          <a:solidFill>
                            <a:srgbClr val="000000"/>
                          </a:solidFill>
                          <a:effectLst/>
                          <a:latin typeface="Calibri" panose="020F0502020204030204" pitchFamily="34" charset="0"/>
                        </a:rPr>
                        <a:t>Moderate y/</a:t>
                      </a:r>
                      <a:r>
                        <a:rPr lang="el-GR" sz="1100" b="0" i="0" u="none" strike="noStrike">
                          <a:solidFill>
                            <a:srgbClr val="000000"/>
                          </a:solidFill>
                          <a:effectLst/>
                          <a:latin typeface="Calibri" panose="020F0502020204030204" pitchFamily="34" charset="0"/>
                        </a:rPr>
                        <a:t>φ </a:t>
                      </a:r>
                      <a:r>
                        <a:rPr lang="en-US" sz="1100" b="0" i="0" u="none" strike="noStrike">
                          <a:solidFill>
                            <a:srgbClr val="000000"/>
                          </a:solidFill>
                          <a:effectLst/>
                          <a:latin typeface="Calibri" panose="020F0502020204030204" pitchFamily="34" charset="0"/>
                        </a:rPr>
                        <a:t>error</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327259879"/>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T3</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l" fontAlgn="t">
                        <a:buNone/>
                      </a:pPr>
                      <a:r>
                        <a:rPr lang="en-US" sz="1100" b="0" i="0" u="none" strike="noStrike">
                          <a:solidFill>
                            <a:srgbClr val="000000"/>
                          </a:solidFill>
                          <a:effectLst/>
                          <a:latin typeface="Calibri" panose="020F0502020204030204" pitchFamily="34" charset="0"/>
                        </a:rPr>
                        <a:t>Perfectly aligned</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extLst>
                  <a:ext uri="{0D108BD9-81ED-4DB2-BD59-A6C34878D82A}">
                    <a16:rowId xmlns:a16="http://schemas.microsoft.com/office/drawing/2014/main" val="3380161903"/>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T4</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-0.032</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-0.014</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0.668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0.286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-0.058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0.035</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l" fontAlgn="t">
                        <a:buNone/>
                      </a:pPr>
                      <a:r>
                        <a:rPr lang="en-US" sz="1100" b="0" i="0" u="none" strike="noStrike">
                          <a:solidFill>
                            <a:srgbClr val="000000"/>
                          </a:solidFill>
                          <a:effectLst/>
                          <a:latin typeface="Calibri" panose="020F0502020204030204" pitchFamily="34" charset="0"/>
                        </a:rPr>
                        <a:t>Larger y/</a:t>
                      </a:r>
                      <a:r>
                        <a:rPr lang="el-GR" sz="1100" b="0" i="0" u="none" strike="noStrike">
                          <a:solidFill>
                            <a:srgbClr val="000000"/>
                          </a:solidFill>
                          <a:effectLst/>
                          <a:latin typeface="Calibri" panose="020F0502020204030204" pitchFamily="34" charset="0"/>
                        </a:rPr>
                        <a:t>φ </a:t>
                      </a:r>
                      <a:r>
                        <a:rPr lang="en-US" sz="1100" b="0" i="0" u="none" strike="noStrike">
                          <a:solidFill>
                            <a:srgbClr val="000000"/>
                          </a:solidFill>
                          <a:effectLst/>
                          <a:latin typeface="Calibri" panose="020F0502020204030204" pitchFamily="34" charset="0"/>
                        </a:rPr>
                        <a:t>error</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3603614421"/>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T5</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l" fontAlgn="t">
                        <a:buNone/>
                      </a:pPr>
                      <a:r>
                        <a:rPr lang="en-US" sz="1100" b="0" i="0" u="none" strike="noStrike">
                          <a:solidFill>
                            <a:srgbClr val="000000"/>
                          </a:solidFill>
                          <a:effectLst/>
                          <a:latin typeface="Calibri" panose="020F0502020204030204" pitchFamily="34" charset="0"/>
                        </a:rPr>
                        <a:t>Zero residual</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extLst>
                  <a:ext uri="{0D108BD9-81ED-4DB2-BD59-A6C34878D82A}">
                    <a16:rowId xmlns:a16="http://schemas.microsoft.com/office/drawing/2014/main" val="3232929570"/>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T6</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l" fontAlgn="t">
                        <a:buNone/>
                      </a:pPr>
                      <a:r>
                        <a:rPr lang="en-US" sz="1100" b="0" i="0" u="none" strike="noStrike">
                          <a:solidFill>
                            <a:srgbClr val="000000"/>
                          </a:solidFill>
                          <a:effectLst/>
                          <a:latin typeface="Calibri" panose="020F0502020204030204" pitchFamily="34" charset="0"/>
                        </a:rPr>
                        <a:t>Zero residual</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1059177623"/>
                  </a:ext>
                </a:extLst>
              </a:tr>
              <a:tr h="389323">
                <a:tc>
                  <a:txBody>
                    <a:bodyPr/>
                    <a:lstStyle/>
                    <a:p>
                      <a:pPr algn="ctr" fontAlgn="ctr">
                        <a:buNone/>
                      </a:pPr>
                      <a:r>
                        <a:rPr lang="en-US" sz="1100" b="0" i="0" u="none" strike="noStrike">
                          <a:solidFill>
                            <a:srgbClr val="000000"/>
                          </a:solidFill>
                          <a:effectLst/>
                          <a:latin typeface="Calibri" panose="020F0502020204030204" pitchFamily="34" charset="0"/>
                        </a:rPr>
                        <a:t>T7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0.510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-0.600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0.069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-0.029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0.452</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-0.531</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0.128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0.095</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l" fontAlgn="t">
                        <a:buNone/>
                      </a:pPr>
                      <a:r>
                        <a:rPr lang="en-US" sz="1100" b="0" i="0" u="none" strike="noStrike">
                          <a:solidFill>
                            <a:srgbClr val="000000"/>
                          </a:solidFill>
                          <a:effectLst/>
                          <a:latin typeface="Calibri" panose="020F0502020204030204" pitchFamily="34" charset="0"/>
                        </a:rPr>
                        <a:t>Worst-case residual</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extLst>
                  <a:ext uri="{0D108BD9-81ED-4DB2-BD59-A6C34878D82A}">
                    <a16:rowId xmlns:a16="http://schemas.microsoft.com/office/drawing/2014/main" val="1156009639"/>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T8</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0.410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0.300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0.157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tc>
                  <a:txBody>
                    <a:bodyPr/>
                    <a:lstStyle/>
                    <a:p>
                      <a:pPr algn="l" fontAlgn="t">
                        <a:buNone/>
                      </a:pPr>
                      <a:r>
                        <a:rPr lang="en-US" sz="1100" b="0" i="0" u="none" strike="noStrike">
                          <a:solidFill>
                            <a:srgbClr val="000000"/>
                          </a:solidFill>
                          <a:effectLst/>
                          <a:latin typeface="Calibri" panose="020F0502020204030204" pitchFamily="34" charset="0"/>
                        </a:rPr>
                        <a:t>Zero residual</a:t>
                      </a:r>
                      <a:endParaRPr lang="en-US" altLang="zh-CN" sz="1800" b="0" i="0" u="none" strike="noStrike">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600511391"/>
                  </a:ext>
                </a:extLst>
              </a:tr>
              <a:tr h="217333">
                <a:tc>
                  <a:txBody>
                    <a:bodyPr/>
                    <a:lstStyle/>
                    <a:p>
                      <a:pPr algn="ctr" fontAlgn="ctr">
                        <a:buNone/>
                      </a:pPr>
                      <a:r>
                        <a:rPr lang="en-US" sz="1100" b="0" i="0" u="none" strike="noStrike">
                          <a:solidFill>
                            <a:srgbClr val="000000"/>
                          </a:solidFill>
                          <a:effectLst/>
                          <a:latin typeface="Calibri" panose="020F0502020204030204" pitchFamily="34" charset="0"/>
                        </a:rPr>
                        <a:t>T9</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0.700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-0.057</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ctr" fontAlgn="ctr">
                        <a:buNone/>
                      </a:pPr>
                      <a:r>
                        <a:rPr lang="en-US" sz="1100" b="0" i="0" u="none" strike="noStrike">
                          <a:solidFill>
                            <a:srgbClr val="000000"/>
                          </a:solidFill>
                          <a:effectLst/>
                          <a:latin typeface="Calibri" panose="020F0502020204030204" pitchFamily="34" charset="0"/>
                        </a:rPr>
                        <a:t>0.000</a:t>
                      </a:r>
                      <a:endParaRPr lang="en-US" altLang="zh-CN" sz="1800" b="0" i="0" u="none" strike="noStrike">
                        <a:effectLst/>
                        <a:latin typeface="Arial" panose="020B0604020202020204" pitchFamily="34" charset="0"/>
                      </a:endParaRPr>
                    </a:p>
                  </a:txBody>
                  <a:tcPr marL="7818" marR="7818" marT="781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tc>
                  <a:txBody>
                    <a:bodyPr/>
                    <a:lstStyle/>
                    <a:p>
                      <a:pPr algn="l" fontAlgn="t">
                        <a:buNone/>
                      </a:pPr>
                      <a:r>
                        <a:rPr lang="en-US" sz="1100" b="0" i="0" u="none" strike="noStrike" dirty="0">
                          <a:solidFill>
                            <a:srgbClr val="000000"/>
                          </a:solidFill>
                          <a:effectLst/>
                          <a:latin typeface="Calibri" panose="020F0502020204030204" pitchFamily="34" charset="0"/>
                        </a:rPr>
                        <a:t>Zero residual</a:t>
                      </a:r>
                      <a:endParaRPr lang="en-US" altLang="zh-CN" sz="1800" b="0" i="0" u="none" strike="noStrike" dirty="0">
                        <a:effectLst/>
                        <a:latin typeface="Arial" panose="020B0604020202020204" pitchFamily="34" charset="0"/>
                      </a:endParaRPr>
                    </a:p>
                  </a:txBody>
                  <a:tcPr marL="7818" marR="7818" marT="7818"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8CCE4"/>
                    </a:solidFill>
                  </a:tcPr>
                </a:tc>
                <a:extLst>
                  <a:ext uri="{0D108BD9-81ED-4DB2-BD59-A6C34878D82A}">
                    <a16:rowId xmlns:a16="http://schemas.microsoft.com/office/drawing/2014/main" val="2857486759"/>
                  </a:ext>
                </a:extLst>
              </a:tr>
            </a:tbl>
          </a:graphicData>
        </a:graphic>
      </p:graphicFrame>
    </p:spTree>
    <p:extLst>
      <p:ext uri="{BB962C8B-B14F-4D97-AF65-F5344CB8AC3E}">
        <p14:creationId xmlns:p14="http://schemas.microsoft.com/office/powerpoint/2010/main" val="2261975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173133393"/>
              </p:ext>
            </p:extLst>
          </p:nvPr>
        </p:nvGraphicFramePr>
        <p:xfrm>
          <a:off x="5259722" y="2769171"/>
          <a:ext cx="6286500" cy="32994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a:extLst>
              <a:ext uri="{FF2B5EF4-FFF2-40B4-BE49-F238E27FC236}">
                <a16:creationId xmlns:a16="http://schemas.microsoft.com/office/drawing/2014/main" id="{00000000-0008-0000-0100-000004000000}"/>
              </a:ext>
            </a:extLst>
          </p:cNvPr>
          <p:cNvGraphicFramePr>
            <a:graphicFrameLocks/>
          </p:cNvGraphicFramePr>
          <p:nvPr>
            <p:extLst>
              <p:ext uri="{D42A27DB-BD31-4B8C-83A1-F6EECF244321}">
                <p14:modId xmlns:p14="http://schemas.microsoft.com/office/powerpoint/2010/main" val="3434925273"/>
              </p:ext>
            </p:extLst>
          </p:nvPr>
        </p:nvGraphicFramePr>
        <p:xfrm>
          <a:off x="1092214" y="913618"/>
          <a:ext cx="3135837" cy="529423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0763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CB445-1E6B-B36D-A7FB-142931AC4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C1730-1DAB-BEE0-54FF-EC3C3FAE349A}"/>
              </a:ext>
            </a:extLst>
          </p:cNvPr>
          <p:cNvSpPr>
            <a:spLocks noGrp="1"/>
          </p:cNvSpPr>
          <p:nvPr>
            <p:ph type="title"/>
          </p:nvPr>
        </p:nvSpPr>
        <p:spPr>
          <a:xfrm>
            <a:off x="343249" y="130234"/>
            <a:ext cx="10515600" cy="607998"/>
          </a:xfrm>
        </p:spPr>
        <p:txBody>
          <a:bodyPr>
            <a:normAutofit fontScale="90000"/>
          </a:bodyPr>
          <a:lstStyle/>
          <a:p>
            <a:r>
              <a:rPr lang="en-US" altLang="zh-CN" dirty="0"/>
              <a:t>Next step </a:t>
            </a:r>
            <a:endParaRPr lang="zh-CN" altLang="en-US" dirty="0"/>
          </a:p>
        </p:txBody>
      </p:sp>
      <p:sp>
        <p:nvSpPr>
          <p:cNvPr id="3" name="Content Placeholder 2">
            <a:extLst>
              <a:ext uri="{FF2B5EF4-FFF2-40B4-BE49-F238E27FC236}">
                <a16:creationId xmlns:a16="http://schemas.microsoft.com/office/drawing/2014/main" id="{53BBA9AE-7AA9-0B69-CDEC-8DA9FC7CD3B0}"/>
              </a:ext>
            </a:extLst>
          </p:cNvPr>
          <p:cNvSpPr>
            <a:spLocks noGrp="1"/>
          </p:cNvSpPr>
          <p:nvPr>
            <p:ph idx="1"/>
          </p:nvPr>
        </p:nvSpPr>
        <p:spPr>
          <a:xfrm>
            <a:off x="410361" y="1204840"/>
            <a:ext cx="10515600" cy="3081934"/>
          </a:xfrm>
        </p:spPr>
        <p:txBody>
          <a:bodyPr>
            <a:normAutofit fontScale="55000" lnSpcReduction="20000"/>
          </a:bodyPr>
          <a:lstStyle/>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Potential upgrade directions (depending on your thesis/project requirements):</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Add a separate yaw objective to the cost function:</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For instance, to align the excavator's final yaw with a specific direction, incorporate:</a:t>
            </a:r>
          </a:p>
          <a:p>
            <a:pPr marL="0" lvl="0" indent="0" eaLnBrk="0" fontAlgn="base" hangingPunct="0">
              <a:lnSpc>
                <a:spcPct val="100000"/>
              </a:lnSpc>
              <a:spcBef>
                <a:spcPct val="0"/>
              </a:spcBef>
              <a:spcAft>
                <a:spcPct val="0"/>
              </a:spcAft>
              <a:buNone/>
            </a:pPr>
            <a:r>
              <a:rPr lang="en-US" altLang="zh-CN" dirty="0"/>
              <a:t>Q</a:t>
            </a:r>
            <a:r>
              <a:rPr lang="el-GR" altLang="zh-CN" dirty="0"/>
              <a:t>ψ​(ψ−ψ</a:t>
            </a:r>
            <a:r>
              <a:rPr lang="en-US" altLang="zh-CN" dirty="0"/>
              <a:t>des​)2</a:t>
            </a:r>
            <a:endParaRPr lang="zh-CN" altLang="zh-CN" dirty="0">
              <a:latin typeface="Arial" panose="020B0604020202020204" pitchFamily="34" charset="0"/>
            </a:endParaRP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Fully integrate external forces extF into the model:</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For example:</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Simply introduce an equivalent load in the dynamics;</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Alternatively, incorporate an ‘external force resistance’ term into the cost function to compare MPC behaviour with and without external forces.</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Record time series:</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Store yaw, q1–q3, and tip trajectories in arrays, then plot 2D graphs (e.g., yaw vs. time, tip XY projections) for easier paper/report writing.</a:t>
            </a:r>
          </a:p>
          <a:p>
            <a:pPr marL="0" lvl="0" indent="0" eaLnBrk="0" fontAlgn="base" hangingPunct="0">
              <a:lnSpc>
                <a:spcPct val="100000"/>
              </a:lnSpc>
              <a:spcBef>
                <a:spcPct val="0"/>
              </a:spcBef>
              <a:spcAft>
                <a:spcPct val="0"/>
              </a:spcAft>
              <a:buNone/>
            </a:pPr>
            <a:r>
              <a:rPr lang="zh-CN" altLang="zh-CN" dirty="0">
                <a:latin typeface="Arial" panose="020B0604020202020204" pitchFamily="34" charset="0"/>
              </a:rPr>
              <a:t>Should you decide which aspect to tackle next (e.g., ‘adding a desired trajectory for yaw’ or ‘incorporating extF into the OCP model’), simply let me know. I can modify the corresponding code segments based on your current operational framework.</a:t>
            </a:r>
            <a:r>
              <a:rPr lang="en-US" altLang="zh-CN" dirty="0">
                <a:latin typeface="Arial" panose="020B0604020202020204" pitchFamily="34" charset="0"/>
              </a:rPr>
              <a:t>  </a:t>
            </a:r>
            <a:endParaRPr lang="zh-CN" altLang="zh-CN" dirty="0">
              <a:latin typeface="Arial" panose="020B0604020202020204" pitchFamily="34" charset="0"/>
            </a:endParaRPr>
          </a:p>
        </p:txBody>
      </p:sp>
      <p:sp>
        <p:nvSpPr>
          <p:cNvPr id="5" name="TextBox 4">
            <a:extLst>
              <a:ext uri="{FF2B5EF4-FFF2-40B4-BE49-F238E27FC236}">
                <a16:creationId xmlns:a16="http://schemas.microsoft.com/office/drawing/2014/main" id="{55E5EAAA-7E70-1213-AD64-EE18FFF5D524}"/>
              </a:ext>
            </a:extLst>
          </p:cNvPr>
          <p:cNvSpPr txBox="1"/>
          <p:nvPr/>
        </p:nvSpPr>
        <p:spPr>
          <a:xfrm>
            <a:off x="522913" y="4729830"/>
            <a:ext cx="6096000" cy="923330"/>
          </a:xfrm>
          <a:prstGeom prst="rect">
            <a:avLst/>
          </a:prstGeom>
          <a:noFill/>
        </p:spPr>
        <p:txBody>
          <a:bodyPr wrap="square">
            <a:spAutoFit/>
          </a:bodyPr>
          <a:lstStyle/>
          <a:p>
            <a:r>
              <a:rPr lang="zh-CN" altLang="en-US" dirty="0"/>
              <a:t>E:/anacoda/python.exe d:/thesis/excavater/code/eXactMPC_v1/Python_fixed/mpc_realtime_gui.py</a:t>
            </a:r>
          </a:p>
        </p:txBody>
      </p:sp>
    </p:spTree>
    <p:extLst>
      <p:ext uri="{BB962C8B-B14F-4D97-AF65-F5344CB8AC3E}">
        <p14:creationId xmlns:p14="http://schemas.microsoft.com/office/powerpoint/2010/main" val="2102982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508C-DEA9-1737-70EB-075A4D82A61F}"/>
              </a:ext>
            </a:extLst>
          </p:cNvPr>
          <p:cNvSpPr>
            <a:spLocks noGrp="1"/>
          </p:cNvSpPr>
          <p:nvPr>
            <p:ph type="title"/>
          </p:nvPr>
        </p:nvSpPr>
        <p:spPr/>
        <p:txBody>
          <a:bodyPr/>
          <a:lstStyle/>
          <a:p>
            <a:r>
              <a:rPr lang="en-US" altLang="zh-CN" dirty="0"/>
              <a:t>Deployment advices</a:t>
            </a:r>
            <a:endParaRPr lang="zh-CN" altLang="en-US" dirty="0"/>
          </a:p>
        </p:txBody>
      </p:sp>
      <p:sp>
        <p:nvSpPr>
          <p:cNvPr id="3" name="Content Placeholder 2">
            <a:extLst>
              <a:ext uri="{FF2B5EF4-FFF2-40B4-BE49-F238E27FC236}">
                <a16:creationId xmlns:a16="http://schemas.microsoft.com/office/drawing/2014/main" id="{33381EF6-F9AB-AD26-4E18-3CF4C3C7AD65}"/>
              </a:ext>
            </a:extLst>
          </p:cNvPr>
          <p:cNvSpPr>
            <a:spLocks noGrp="1"/>
          </p:cNvSpPr>
          <p:nvPr>
            <p:ph idx="1"/>
          </p:nvPr>
        </p:nvSpPr>
        <p:spPr/>
        <p:txBody>
          <a:bodyPr/>
          <a:lstStyle/>
          <a:p>
            <a:r>
              <a:rPr lang="zh-CN" altLang="en-US" dirty="0"/>
              <a:t>让 </a:t>
            </a:r>
            <a:r>
              <a:rPr lang="en-US" altLang="zh-CN" dirty="0"/>
              <a:t>MPC </a:t>
            </a:r>
            <a:r>
              <a:rPr lang="zh-CN" altLang="en-US" dirty="0"/>
              <a:t>只做高层决策，</a:t>
            </a:r>
            <a:r>
              <a:rPr lang="en-US" altLang="zh-CN" dirty="0"/>
              <a:t>PID/</a:t>
            </a:r>
            <a:r>
              <a:rPr lang="zh-CN" altLang="en-US" dirty="0"/>
              <a:t>硬件层负责执行</a:t>
            </a:r>
            <a:endParaRPr lang="en-US" altLang="zh-CN" dirty="0"/>
          </a:p>
          <a:p>
            <a:r>
              <a:rPr lang="zh-CN" altLang="en-US" dirty="0"/>
              <a:t>主要思考一下如何 </a:t>
            </a:r>
            <a:r>
              <a:rPr lang="en-US" altLang="zh-CN" dirty="0"/>
              <a:t>sim to real alignment </a:t>
            </a:r>
            <a:endParaRPr lang="zh-CN" altLang="en-US" dirty="0"/>
          </a:p>
        </p:txBody>
      </p:sp>
    </p:spTree>
    <p:extLst>
      <p:ext uri="{BB962C8B-B14F-4D97-AF65-F5344CB8AC3E}">
        <p14:creationId xmlns:p14="http://schemas.microsoft.com/office/powerpoint/2010/main" val="42500734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9DB8A-5336-2610-9331-736C539BC787}"/>
              </a:ext>
            </a:extLst>
          </p:cNvPr>
          <p:cNvSpPr>
            <a:spLocks noGrp="1"/>
          </p:cNvSpPr>
          <p:nvPr>
            <p:ph type="title"/>
          </p:nvPr>
        </p:nvSpPr>
        <p:spPr>
          <a:xfrm>
            <a:off x="838200" y="397782"/>
            <a:ext cx="10515600" cy="1325563"/>
          </a:xfrm>
        </p:spPr>
        <p:txBody>
          <a:bodyPr/>
          <a:lstStyle/>
          <a:p>
            <a:r>
              <a:rPr lang="en-US" altLang="zh-CN" b="1" dirty="0">
                <a:highlight>
                  <a:srgbClr val="FFFF00"/>
                </a:highlight>
              </a:rPr>
              <a:t>Thesis tips</a:t>
            </a:r>
            <a:endParaRPr lang="zh-CN" altLang="en-US" b="1" dirty="0">
              <a:highlight>
                <a:srgbClr val="FFFF00"/>
              </a:highlight>
            </a:endParaRPr>
          </a:p>
        </p:txBody>
      </p:sp>
      <p:sp>
        <p:nvSpPr>
          <p:cNvPr id="3" name="Content Placeholder 2">
            <a:extLst>
              <a:ext uri="{FF2B5EF4-FFF2-40B4-BE49-F238E27FC236}">
                <a16:creationId xmlns:a16="http://schemas.microsoft.com/office/drawing/2014/main" id="{30D36C2C-8941-660A-4467-E7F13C090EEC}"/>
              </a:ext>
            </a:extLst>
          </p:cNvPr>
          <p:cNvSpPr>
            <a:spLocks noGrp="1"/>
          </p:cNvSpPr>
          <p:nvPr>
            <p:ph idx="1"/>
          </p:nvPr>
        </p:nvSpPr>
        <p:spPr>
          <a:xfrm>
            <a:off x="838200" y="1825625"/>
            <a:ext cx="10515600" cy="3140658"/>
          </a:xfrm>
        </p:spPr>
        <p:txBody>
          <a:bodyPr/>
          <a:lstStyle/>
          <a:p>
            <a:r>
              <a:rPr lang="en-US" altLang="zh-CN" b="1" dirty="0"/>
              <a:t>IPOPT</a:t>
            </a:r>
          </a:p>
          <a:p>
            <a:r>
              <a:rPr lang="en-US" altLang="zh-CN" b="1" dirty="0"/>
              <a:t>an algorithm that solves complex optimization problems (finding minimum/maximum of a function) by staying within the feasible region, using "barrier" functions to penalize approaching boundaries, efficiently handling constraints, and moving towards optimal solutions, combining strengths of both linear and nonlinear methods for large-scale problems</a:t>
            </a:r>
            <a:endParaRPr lang="zh-CN" altLang="en-US" dirty="0"/>
          </a:p>
        </p:txBody>
      </p:sp>
    </p:spTree>
    <p:extLst>
      <p:ext uri="{BB962C8B-B14F-4D97-AF65-F5344CB8AC3E}">
        <p14:creationId xmlns:p14="http://schemas.microsoft.com/office/powerpoint/2010/main" val="3842066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B749A-02F2-A177-9862-278BF19A759A}"/>
              </a:ext>
            </a:extLst>
          </p:cNvPr>
          <p:cNvSpPr>
            <a:spLocks noGrp="1"/>
          </p:cNvSpPr>
          <p:nvPr>
            <p:ph type="title"/>
          </p:nvPr>
        </p:nvSpPr>
        <p:spPr/>
        <p:txBody>
          <a:bodyPr/>
          <a:lstStyle/>
          <a:p>
            <a:r>
              <a:rPr lang="en-US" altLang="zh-CN" dirty="0"/>
              <a:t>PID controller</a:t>
            </a:r>
            <a:endParaRPr lang="zh-CN" altLang="en-US" dirty="0"/>
          </a:p>
        </p:txBody>
      </p:sp>
      <p:sp>
        <p:nvSpPr>
          <p:cNvPr id="3" name="Content Placeholder 2">
            <a:extLst>
              <a:ext uri="{FF2B5EF4-FFF2-40B4-BE49-F238E27FC236}">
                <a16:creationId xmlns:a16="http://schemas.microsoft.com/office/drawing/2014/main" id="{4C674D37-5B20-1B37-5291-D4A973BB1416}"/>
              </a:ext>
            </a:extLst>
          </p:cNvPr>
          <p:cNvSpPr>
            <a:spLocks noGrp="1"/>
          </p:cNvSpPr>
          <p:nvPr>
            <p:ph idx="1"/>
          </p:nvPr>
        </p:nvSpPr>
        <p:spPr/>
        <p:txBody>
          <a:bodyPr/>
          <a:lstStyle/>
          <a:p>
            <a:r>
              <a:rPr lang="en-US" altLang="zh-CN" dirty="0"/>
              <a:t>Reference </a:t>
            </a:r>
          </a:p>
          <a:p>
            <a:r>
              <a:rPr lang="en-US" altLang="zh-CN" dirty="0"/>
              <a:t>Parameters </a:t>
            </a:r>
            <a:endParaRPr lang="zh-CN" altLang="en-US" dirty="0"/>
          </a:p>
        </p:txBody>
      </p:sp>
    </p:spTree>
    <p:extLst>
      <p:ext uri="{BB962C8B-B14F-4D97-AF65-F5344CB8AC3E}">
        <p14:creationId xmlns:p14="http://schemas.microsoft.com/office/powerpoint/2010/main" val="39478319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ED8F-E00D-05D8-7789-9E9263B992AB}"/>
              </a:ext>
            </a:extLst>
          </p:cNvPr>
          <p:cNvSpPr>
            <a:spLocks noGrp="1"/>
          </p:cNvSpPr>
          <p:nvPr>
            <p:ph type="title"/>
          </p:nvPr>
        </p:nvSpPr>
        <p:spPr>
          <a:xfrm>
            <a:off x="287867" y="365125"/>
            <a:ext cx="10515600" cy="1325563"/>
          </a:xfrm>
        </p:spPr>
        <p:txBody>
          <a:bodyPr/>
          <a:lstStyle/>
          <a:p>
            <a:r>
              <a:rPr lang="en-US" altLang="zh-CN" dirty="0"/>
              <a:t>MPC  study  Link</a:t>
            </a:r>
            <a:endParaRPr lang="zh-CN" altLang="en-US" dirty="0"/>
          </a:p>
        </p:txBody>
      </p:sp>
      <p:sp>
        <p:nvSpPr>
          <p:cNvPr id="3" name="Content Placeholder 2">
            <a:extLst>
              <a:ext uri="{FF2B5EF4-FFF2-40B4-BE49-F238E27FC236}">
                <a16:creationId xmlns:a16="http://schemas.microsoft.com/office/drawing/2014/main" id="{75303D86-9F16-CF76-2529-43F3492355E6}"/>
              </a:ext>
            </a:extLst>
          </p:cNvPr>
          <p:cNvSpPr>
            <a:spLocks noGrp="1"/>
          </p:cNvSpPr>
          <p:nvPr>
            <p:ph idx="1"/>
          </p:nvPr>
        </p:nvSpPr>
        <p:spPr>
          <a:xfrm>
            <a:off x="287867" y="1325442"/>
            <a:ext cx="10515600" cy="1603375"/>
          </a:xfrm>
        </p:spPr>
        <p:txBody>
          <a:bodyPr/>
          <a:lstStyle/>
          <a:p>
            <a:r>
              <a:rPr lang="en-US" altLang="zh-CN" dirty="0">
                <a:hlinkClick r:id="rId2"/>
              </a:rPr>
              <a:t>https://ch.mathworks.com/help/mpc/gs/what-is-mpc.html</a:t>
            </a:r>
            <a:endParaRPr lang="en-US" altLang="zh-CN" dirty="0"/>
          </a:p>
          <a:p>
            <a:r>
              <a:rPr lang="en-US" altLang="zh-CN" dirty="0"/>
              <a:t>https://ch.mathworks.com/videos/understanding-model-predictive-control-part-2-what-is-mpc--1528106359076.html</a:t>
            </a:r>
            <a:endParaRPr lang="zh-CN" altLang="en-US"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55F16BB-13AB-6D4E-EA5E-45BC8C92E1FB}"/>
                  </a:ext>
                </a:extLst>
              </p14:cNvPr>
              <p14:cNvContentPartPr/>
              <p14:nvPr/>
            </p14:nvContentPartPr>
            <p14:xfrm>
              <a:off x="2480787" y="1049640"/>
              <a:ext cx="360" cy="360"/>
            </p14:xfrm>
          </p:contentPart>
        </mc:Choice>
        <mc:Fallback xmlns="">
          <p:pic>
            <p:nvPicPr>
              <p:cNvPr id="4" name="Ink 3">
                <a:extLst>
                  <a:ext uri="{FF2B5EF4-FFF2-40B4-BE49-F238E27FC236}">
                    <a16:creationId xmlns:a16="http://schemas.microsoft.com/office/drawing/2014/main" id="{B55F16BB-13AB-6D4E-EA5E-45BC8C92E1FB}"/>
                  </a:ext>
                </a:extLst>
              </p:cNvPr>
              <p:cNvPicPr/>
              <p:nvPr/>
            </p:nvPicPr>
            <p:blipFill>
              <a:blip r:embed="rId4"/>
              <a:stretch>
                <a:fillRect/>
              </a:stretch>
            </p:blipFill>
            <p:spPr>
              <a:xfrm>
                <a:off x="2474667" y="10435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E68D4E7-4956-9663-DFD1-A4370383F391}"/>
                  </a:ext>
                </a:extLst>
              </p14:cNvPr>
              <p14:cNvContentPartPr/>
              <p14:nvPr/>
            </p14:nvContentPartPr>
            <p14:xfrm>
              <a:off x="1947267" y="1142880"/>
              <a:ext cx="360" cy="360"/>
            </p14:xfrm>
          </p:contentPart>
        </mc:Choice>
        <mc:Fallback xmlns="">
          <p:pic>
            <p:nvPicPr>
              <p:cNvPr id="5" name="Ink 4">
                <a:extLst>
                  <a:ext uri="{FF2B5EF4-FFF2-40B4-BE49-F238E27FC236}">
                    <a16:creationId xmlns:a16="http://schemas.microsoft.com/office/drawing/2014/main" id="{BE68D4E7-4956-9663-DFD1-A4370383F391}"/>
                  </a:ext>
                </a:extLst>
              </p:cNvPr>
              <p:cNvPicPr/>
              <p:nvPr/>
            </p:nvPicPr>
            <p:blipFill>
              <a:blip r:embed="rId4"/>
              <a:stretch>
                <a:fillRect/>
              </a:stretch>
            </p:blipFill>
            <p:spPr>
              <a:xfrm>
                <a:off x="1941147" y="11367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2343AF5-EAEB-71B6-7EC5-4F9891D35C32}"/>
                  </a:ext>
                </a:extLst>
              </p14:cNvPr>
              <p14:cNvContentPartPr/>
              <p14:nvPr/>
            </p14:nvContentPartPr>
            <p14:xfrm>
              <a:off x="1684827" y="2285720"/>
              <a:ext cx="360" cy="360"/>
            </p14:xfrm>
          </p:contentPart>
        </mc:Choice>
        <mc:Fallback xmlns="">
          <p:pic>
            <p:nvPicPr>
              <p:cNvPr id="6" name="Ink 5">
                <a:extLst>
                  <a:ext uri="{FF2B5EF4-FFF2-40B4-BE49-F238E27FC236}">
                    <a16:creationId xmlns:a16="http://schemas.microsoft.com/office/drawing/2014/main" id="{12343AF5-EAEB-71B6-7EC5-4F9891D35C32}"/>
                  </a:ext>
                </a:extLst>
              </p:cNvPr>
              <p:cNvPicPr/>
              <p:nvPr/>
            </p:nvPicPr>
            <p:blipFill>
              <a:blip r:embed="rId4"/>
              <a:stretch>
                <a:fillRect/>
              </a:stretch>
            </p:blipFill>
            <p:spPr>
              <a:xfrm>
                <a:off x="1678707" y="22796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D15DB81-1696-33B1-24B7-16A7523BAFC1}"/>
                  </a:ext>
                </a:extLst>
              </p14:cNvPr>
              <p14:cNvContentPartPr/>
              <p14:nvPr/>
            </p14:nvContentPartPr>
            <p14:xfrm>
              <a:off x="1608507" y="2082680"/>
              <a:ext cx="360" cy="360"/>
            </p14:xfrm>
          </p:contentPart>
        </mc:Choice>
        <mc:Fallback xmlns="">
          <p:pic>
            <p:nvPicPr>
              <p:cNvPr id="7" name="Ink 6">
                <a:extLst>
                  <a:ext uri="{FF2B5EF4-FFF2-40B4-BE49-F238E27FC236}">
                    <a16:creationId xmlns:a16="http://schemas.microsoft.com/office/drawing/2014/main" id="{ED15DB81-1696-33B1-24B7-16A7523BAFC1}"/>
                  </a:ext>
                </a:extLst>
              </p:cNvPr>
              <p:cNvPicPr/>
              <p:nvPr/>
            </p:nvPicPr>
            <p:blipFill>
              <a:blip r:embed="rId4"/>
              <a:stretch>
                <a:fillRect/>
              </a:stretch>
            </p:blipFill>
            <p:spPr>
              <a:xfrm>
                <a:off x="1602387" y="2076560"/>
                <a:ext cx="12600" cy="12600"/>
              </a:xfrm>
              <a:prstGeom prst="rect">
                <a:avLst/>
              </a:prstGeom>
            </p:spPr>
          </p:pic>
        </mc:Fallback>
      </mc:AlternateContent>
      <p:pic>
        <p:nvPicPr>
          <p:cNvPr id="2050" name="Picture 2" descr="MPC design workflow with 7 steps: Specify Plant, Define Signal Type, Create MPC Object, Simulate Closed Loop, Refine Design, Speed up Execution, and Deploy Controller">
            <a:extLst>
              <a:ext uri="{FF2B5EF4-FFF2-40B4-BE49-F238E27FC236}">
                <a16:creationId xmlns:a16="http://schemas.microsoft.com/office/drawing/2014/main" id="{1FC88240-28D5-BAC9-9B0B-6AE8646CF9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67" y="2928817"/>
            <a:ext cx="11098912" cy="2133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4766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DB92B-062A-3EDB-4148-7F87F8A95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2FFAB-B46F-A353-4A4B-4045D3B52CDE}"/>
              </a:ext>
            </a:extLst>
          </p:cNvPr>
          <p:cNvSpPr>
            <a:spLocks noGrp="1"/>
          </p:cNvSpPr>
          <p:nvPr>
            <p:ph type="title"/>
          </p:nvPr>
        </p:nvSpPr>
        <p:spPr>
          <a:xfrm>
            <a:off x="0" y="19924"/>
            <a:ext cx="10515600" cy="662782"/>
          </a:xfrm>
        </p:spPr>
        <p:txBody>
          <a:bodyPr>
            <a:normAutofit fontScale="90000"/>
          </a:bodyPr>
          <a:lstStyle/>
          <a:p>
            <a:r>
              <a:rPr lang="en-US" altLang="zh-CN" dirty="0"/>
              <a:t>MPC  study  Link</a:t>
            </a:r>
            <a:endParaRPr lang="zh-CN" altLang="en-US" dirty="0"/>
          </a:p>
        </p:txBody>
      </p:sp>
      <p:sp>
        <p:nvSpPr>
          <p:cNvPr id="3" name="Content Placeholder 2">
            <a:extLst>
              <a:ext uri="{FF2B5EF4-FFF2-40B4-BE49-F238E27FC236}">
                <a16:creationId xmlns:a16="http://schemas.microsoft.com/office/drawing/2014/main" id="{ADDBE74D-410F-0CA4-71AC-E056CC510C27}"/>
              </a:ext>
            </a:extLst>
          </p:cNvPr>
          <p:cNvSpPr>
            <a:spLocks noGrp="1"/>
          </p:cNvSpPr>
          <p:nvPr>
            <p:ph idx="1"/>
          </p:nvPr>
        </p:nvSpPr>
        <p:spPr>
          <a:xfrm>
            <a:off x="67893" y="633620"/>
            <a:ext cx="10515600" cy="653382"/>
          </a:xfrm>
        </p:spPr>
        <p:txBody>
          <a:bodyPr/>
          <a:lstStyle/>
          <a:p>
            <a:r>
              <a:rPr lang="en-US" altLang="zh-CN" dirty="0">
                <a:hlinkClick r:id="rId2"/>
              </a:rPr>
              <a:t>https://ch.mathworks.com/help/mpc/gs/what-is-mpc.html</a:t>
            </a:r>
            <a:endParaRPr lang="en-US" altLang="zh-C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A2BE498-280F-2F59-AEE2-7A7A67E14F96}"/>
                  </a:ext>
                </a:extLst>
              </p14:cNvPr>
              <p14:cNvContentPartPr/>
              <p14:nvPr/>
            </p14:nvContentPartPr>
            <p14:xfrm>
              <a:off x="2480787" y="1049640"/>
              <a:ext cx="360" cy="360"/>
            </p14:xfrm>
          </p:contentPart>
        </mc:Choice>
        <mc:Fallback xmlns="">
          <p:pic>
            <p:nvPicPr>
              <p:cNvPr id="4" name="Ink 3">
                <a:extLst>
                  <a:ext uri="{FF2B5EF4-FFF2-40B4-BE49-F238E27FC236}">
                    <a16:creationId xmlns:a16="http://schemas.microsoft.com/office/drawing/2014/main" id="{6A2BE498-280F-2F59-AEE2-7A7A67E14F96}"/>
                  </a:ext>
                </a:extLst>
              </p:cNvPr>
              <p:cNvPicPr/>
              <p:nvPr/>
            </p:nvPicPr>
            <p:blipFill>
              <a:blip r:embed="rId4"/>
              <a:stretch>
                <a:fillRect/>
              </a:stretch>
            </p:blipFill>
            <p:spPr>
              <a:xfrm>
                <a:off x="2474667" y="10435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49553B2-33E3-B12A-74B9-A2AD68A3C613}"/>
                  </a:ext>
                </a:extLst>
              </p14:cNvPr>
              <p14:cNvContentPartPr/>
              <p14:nvPr/>
            </p14:nvContentPartPr>
            <p14:xfrm>
              <a:off x="1947267" y="1142880"/>
              <a:ext cx="360" cy="360"/>
            </p14:xfrm>
          </p:contentPart>
        </mc:Choice>
        <mc:Fallback xmlns="">
          <p:pic>
            <p:nvPicPr>
              <p:cNvPr id="5" name="Ink 4">
                <a:extLst>
                  <a:ext uri="{FF2B5EF4-FFF2-40B4-BE49-F238E27FC236}">
                    <a16:creationId xmlns:a16="http://schemas.microsoft.com/office/drawing/2014/main" id="{449553B2-33E3-B12A-74B9-A2AD68A3C613}"/>
                  </a:ext>
                </a:extLst>
              </p:cNvPr>
              <p:cNvPicPr/>
              <p:nvPr/>
            </p:nvPicPr>
            <p:blipFill>
              <a:blip r:embed="rId4"/>
              <a:stretch>
                <a:fillRect/>
              </a:stretch>
            </p:blipFill>
            <p:spPr>
              <a:xfrm>
                <a:off x="1941147" y="11367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F9361B8-5A0F-2733-F9C4-DD9E36D2B216}"/>
                  </a:ext>
                </a:extLst>
              </p14:cNvPr>
              <p14:cNvContentPartPr/>
              <p14:nvPr/>
            </p14:nvContentPartPr>
            <p14:xfrm>
              <a:off x="1684827" y="2285720"/>
              <a:ext cx="360" cy="360"/>
            </p14:xfrm>
          </p:contentPart>
        </mc:Choice>
        <mc:Fallback xmlns="">
          <p:pic>
            <p:nvPicPr>
              <p:cNvPr id="6" name="Ink 5">
                <a:extLst>
                  <a:ext uri="{FF2B5EF4-FFF2-40B4-BE49-F238E27FC236}">
                    <a16:creationId xmlns:a16="http://schemas.microsoft.com/office/drawing/2014/main" id="{4F9361B8-5A0F-2733-F9C4-DD9E36D2B216}"/>
                  </a:ext>
                </a:extLst>
              </p:cNvPr>
              <p:cNvPicPr/>
              <p:nvPr/>
            </p:nvPicPr>
            <p:blipFill>
              <a:blip r:embed="rId4"/>
              <a:stretch>
                <a:fillRect/>
              </a:stretch>
            </p:blipFill>
            <p:spPr>
              <a:xfrm>
                <a:off x="1678707" y="22796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0C39FBF1-090D-C12D-972E-1C99A8FFD1DC}"/>
                  </a:ext>
                </a:extLst>
              </p14:cNvPr>
              <p14:cNvContentPartPr/>
              <p14:nvPr/>
            </p14:nvContentPartPr>
            <p14:xfrm>
              <a:off x="1608507" y="2082680"/>
              <a:ext cx="360" cy="360"/>
            </p14:xfrm>
          </p:contentPart>
        </mc:Choice>
        <mc:Fallback xmlns="">
          <p:pic>
            <p:nvPicPr>
              <p:cNvPr id="7" name="Ink 6">
                <a:extLst>
                  <a:ext uri="{FF2B5EF4-FFF2-40B4-BE49-F238E27FC236}">
                    <a16:creationId xmlns:a16="http://schemas.microsoft.com/office/drawing/2014/main" id="{0C39FBF1-090D-C12D-972E-1C99A8FFD1DC}"/>
                  </a:ext>
                </a:extLst>
              </p:cNvPr>
              <p:cNvPicPr/>
              <p:nvPr/>
            </p:nvPicPr>
            <p:blipFill>
              <a:blip r:embed="rId4"/>
              <a:stretch>
                <a:fillRect/>
              </a:stretch>
            </p:blipFill>
            <p:spPr>
              <a:xfrm>
                <a:off x="1602387" y="2076560"/>
                <a:ext cx="12600" cy="12600"/>
              </a:xfrm>
              <a:prstGeom prst="rect">
                <a:avLst/>
              </a:prstGeom>
            </p:spPr>
          </p:pic>
        </mc:Fallback>
      </mc:AlternateContent>
      <p:pic>
        <p:nvPicPr>
          <p:cNvPr id="9" name="Picture 8">
            <a:extLst>
              <a:ext uri="{FF2B5EF4-FFF2-40B4-BE49-F238E27FC236}">
                <a16:creationId xmlns:a16="http://schemas.microsoft.com/office/drawing/2014/main" id="{393E0142-2C26-D391-F504-17E3DD50F42A}"/>
              </a:ext>
            </a:extLst>
          </p:cNvPr>
          <p:cNvPicPr>
            <a:picLocks noChangeAspect="1"/>
          </p:cNvPicPr>
          <p:nvPr/>
        </p:nvPicPr>
        <p:blipFill>
          <a:blip r:embed="rId8"/>
          <a:stretch>
            <a:fillRect/>
          </a:stretch>
        </p:blipFill>
        <p:spPr>
          <a:xfrm>
            <a:off x="175807" y="1142880"/>
            <a:ext cx="7632648" cy="3045208"/>
          </a:xfrm>
          <a:prstGeom prst="rect">
            <a:avLst/>
          </a:prstGeom>
        </p:spPr>
      </p:pic>
      <p:pic>
        <p:nvPicPr>
          <p:cNvPr id="11" name="Picture 10">
            <a:extLst>
              <a:ext uri="{FF2B5EF4-FFF2-40B4-BE49-F238E27FC236}">
                <a16:creationId xmlns:a16="http://schemas.microsoft.com/office/drawing/2014/main" id="{52922546-FE33-527A-4ACC-227009C027EE}"/>
              </a:ext>
            </a:extLst>
          </p:cNvPr>
          <p:cNvPicPr>
            <a:picLocks noChangeAspect="1"/>
          </p:cNvPicPr>
          <p:nvPr/>
        </p:nvPicPr>
        <p:blipFill>
          <a:blip r:embed="rId9"/>
          <a:stretch>
            <a:fillRect/>
          </a:stretch>
        </p:blipFill>
        <p:spPr>
          <a:xfrm>
            <a:off x="5150841" y="3170376"/>
            <a:ext cx="6401992" cy="3667700"/>
          </a:xfrm>
          <a:prstGeom prst="rect">
            <a:avLst/>
          </a:prstGeom>
        </p:spPr>
      </p:pic>
    </p:spTree>
    <p:extLst>
      <p:ext uri="{BB962C8B-B14F-4D97-AF65-F5344CB8AC3E}">
        <p14:creationId xmlns:p14="http://schemas.microsoft.com/office/powerpoint/2010/main" val="10291574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B5921-8F26-6308-64F2-31CD6FB8E741}"/>
              </a:ext>
            </a:extLst>
          </p:cNvPr>
          <p:cNvSpPr>
            <a:spLocks noGrp="1"/>
          </p:cNvSpPr>
          <p:nvPr>
            <p:ph type="title"/>
          </p:nvPr>
        </p:nvSpPr>
        <p:spPr/>
        <p:txBody>
          <a:bodyPr/>
          <a:lstStyle/>
          <a:p>
            <a:r>
              <a:rPr lang="zh-CN" altLang="en-US" b="1" dirty="0"/>
              <a:t> “为什么不用 </a:t>
            </a:r>
            <a:r>
              <a:rPr lang="en-US" altLang="zh-CN" b="1" dirty="0"/>
              <a:t>PID</a:t>
            </a:r>
            <a:r>
              <a:rPr lang="zh-CN" altLang="en-US" b="1" dirty="0"/>
              <a:t>？</a:t>
            </a:r>
            <a:endParaRPr lang="zh-CN" altLang="en-US" dirty="0"/>
          </a:p>
        </p:txBody>
      </p:sp>
      <p:sp>
        <p:nvSpPr>
          <p:cNvPr id="3" name="Content Placeholder 2">
            <a:extLst>
              <a:ext uri="{FF2B5EF4-FFF2-40B4-BE49-F238E27FC236}">
                <a16:creationId xmlns:a16="http://schemas.microsoft.com/office/drawing/2014/main" id="{DECD169D-9DB8-62F3-F872-C6DE32CADB82}"/>
              </a:ext>
            </a:extLst>
          </p:cNvPr>
          <p:cNvSpPr>
            <a:spLocks noGrp="1"/>
          </p:cNvSpPr>
          <p:nvPr>
            <p:ph idx="1"/>
          </p:nvPr>
        </p:nvSpPr>
        <p:spPr/>
        <p:txBody>
          <a:bodyPr/>
          <a:lstStyle/>
          <a:p>
            <a:r>
              <a:rPr lang="en-US" altLang="zh-CN" dirty="0"/>
              <a:t>PID</a:t>
            </a:r>
            <a:r>
              <a:rPr lang="zh-CN" altLang="en-US" dirty="0"/>
              <a:t>：好调、便宜，但</a:t>
            </a:r>
            <a:r>
              <a:rPr lang="zh-CN" altLang="en-US" b="1" dirty="0"/>
              <a:t>很难系统地处理约束</a:t>
            </a:r>
            <a:r>
              <a:rPr lang="zh-CN" altLang="en-US" dirty="0"/>
              <a:t>，遇到饱和就容易振荡</a:t>
            </a:r>
            <a:r>
              <a:rPr lang="en-US" altLang="zh-CN" dirty="0"/>
              <a:t>/</a:t>
            </a:r>
            <a:r>
              <a:rPr lang="zh-CN" altLang="en-US" dirty="0"/>
              <a:t>超调</a:t>
            </a:r>
          </a:p>
          <a:p>
            <a:r>
              <a:rPr lang="en-US" altLang="zh-CN" dirty="0"/>
              <a:t>MPC</a:t>
            </a:r>
            <a:r>
              <a:rPr lang="zh-CN" altLang="en-US" dirty="0"/>
              <a:t>：计算更重，但能同时做到：</a:t>
            </a:r>
          </a:p>
          <a:p>
            <a:pPr lvl="1"/>
            <a:r>
              <a:rPr lang="zh-CN" altLang="en-US" b="1" dirty="0"/>
              <a:t>轨迹跟踪</a:t>
            </a:r>
            <a:endParaRPr lang="zh-CN" altLang="en-US" dirty="0"/>
          </a:p>
          <a:p>
            <a:pPr lvl="1"/>
            <a:r>
              <a:rPr lang="zh-CN" altLang="en-US" b="1" dirty="0"/>
              <a:t>平滑控制</a:t>
            </a:r>
            <a:r>
              <a:rPr lang="zh-CN" altLang="en-US" dirty="0"/>
              <a:t>（少抖动、手感像老司机）</a:t>
            </a:r>
          </a:p>
          <a:p>
            <a:pPr lvl="1"/>
            <a:r>
              <a:rPr lang="zh-CN" altLang="en-US" b="1" dirty="0"/>
              <a:t>约束安全</a:t>
            </a:r>
            <a:r>
              <a:rPr lang="zh-CN" altLang="en-US" dirty="0"/>
              <a:t>（行程</a:t>
            </a:r>
            <a:r>
              <a:rPr lang="en-US" altLang="zh-CN" dirty="0"/>
              <a:t>/</a:t>
            </a:r>
            <a:r>
              <a:rPr lang="zh-CN" altLang="en-US" dirty="0"/>
              <a:t>速度</a:t>
            </a:r>
            <a:r>
              <a:rPr lang="en-US" altLang="zh-CN" dirty="0"/>
              <a:t>/</a:t>
            </a:r>
            <a:r>
              <a:rPr lang="zh-CN" altLang="en-US" dirty="0"/>
              <a:t>压力限制）</a:t>
            </a:r>
          </a:p>
          <a:p>
            <a:pPr lvl="1"/>
            <a:r>
              <a:rPr lang="zh-CN" altLang="en-US" b="1" dirty="0"/>
              <a:t>抗扰动</a:t>
            </a:r>
            <a:r>
              <a:rPr lang="zh-CN" altLang="en-US" dirty="0"/>
              <a:t>（土硬、负载变、坡地）</a:t>
            </a:r>
          </a:p>
          <a:p>
            <a:endParaRPr lang="zh-CN" altLang="en-US" dirty="0"/>
          </a:p>
        </p:txBody>
      </p:sp>
    </p:spTree>
    <p:extLst>
      <p:ext uri="{BB962C8B-B14F-4D97-AF65-F5344CB8AC3E}">
        <p14:creationId xmlns:p14="http://schemas.microsoft.com/office/powerpoint/2010/main" val="24326471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2ABF-E005-8E38-9889-60DB341AC70E}"/>
              </a:ext>
            </a:extLst>
          </p:cNvPr>
          <p:cNvSpPr>
            <a:spLocks noGrp="1"/>
          </p:cNvSpPr>
          <p:nvPr>
            <p:ph type="title"/>
          </p:nvPr>
        </p:nvSpPr>
        <p:spPr/>
        <p:txBody>
          <a:bodyPr/>
          <a:lstStyle/>
          <a:p>
            <a:r>
              <a:rPr lang="en-US" altLang="zh-CN" dirty="0"/>
              <a:t>Get the best performance within certain limitation</a:t>
            </a:r>
            <a:endParaRPr lang="zh-CN" altLang="en-US" dirty="0"/>
          </a:p>
        </p:txBody>
      </p:sp>
      <p:sp>
        <p:nvSpPr>
          <p:cNvPr id="3" name="Content Placeholder 2">
            <a:extLst>
              <a:ext uri="{FF2B5EF4-FFF2-40B4-BE49-F238E27FC236}">
                <a16:creationId xmlns:a16="http://schemas.microsoft.com/office/drawing/2014/main" id="{A794D374-E5DB-0498-DF88-77BFE23428EE}"/>
              </a:ext>
            </a:extLst>
          </p:cNvPr>
          <p:cNvSpPr>
            <a:spLocks noGrp="1"/>
          </p:cNvSpPr>
          <p:nvPr>
            <p:ph idx="1"/>
          </p:nvPr>
        </p:nvSpPr>
        <p:spPr>
          <a:xfrm>
            <a:off x="838200" y="1825625"/>
            <a:ext cx="10515600" cy="825296"/>
          </a:xfrm>
        </p:spPr>
        <p:txBody>
          <a:bodyPr>
            <a:normAutofit fontScale="62500" lnSpcReduction="20000"/>
          </a:bodyPr>
          <a:lstStyle/>
          <a:p>
            <a:r>
              <a:rPr lang="en-US" altLang="zh-CN" dirty="0"/>
              <a:t>Cost function  (energy consumer)</a:t>
            </a:r>
          </a:p>
          <a:p>
            <a:r>
              <a:rPr lang="en-US" altLang="zh-CN" dirty="0"/>
              <a:t>Constraints: such as   joint angle/velocity limits(Physical boundaries)  Energy limits  Actuator limits</a:t>
            </a:r>
            <a:endParaRPr lang="zh-CN" altLang="en-US" dirty="0"/>
          </a:p>
        </p:txBody>
      </p:sp>
      <p:pic>
        <p:nvPicPr>
          <p:cNvPr id="5" name="Picture 4">
            <a:extLst>
              <a:ext uri="{FF2B5EF4-FFF2-40B4-BE49-F238E27FC236}">
                <a16:creationId xmlns:a16="http://schemas.microsoft.com/office/drawing/2014/main" id="{F0DA3292-2485-9EE4-3A1A-587E704EFE4D}"/>
              </a:ext>
            </a:extLst>
          </p:cNvPr>
          <p:cNvPicPr>
            <a:picLocks noChangeAspect="1"/>
          </p:cNvPicPr>
          <p:nvPr/>
        </p:nvPicPr>
        <p:blipFill>
          <a:blip r:embed="rId2"/>
          <a:stretch>
            <a:fillRect/>
          </a:stretch>
        </p:blipFill>
        <p:spPr>
          <a:xfrm>
            <a:off x="3006055" y="2625754"/>
            <a:ext cx="2617971" cy="2551693"/>
          </a:xfrm>
          <a:prstGeom prst="rect">
            <a:avLst/>
          </a:prstGeom>
        </p:spPr>
      </p:pic>
      <p:sp>
        <p:nvSpPr>
          <p:cNvPr id="7" name="TextBox 6">
            <a:extLst>
              <a:ext uri="{FF2B5EF4-FFF2-40B4-BE49-F238E27FC236}">
                <a16:creationId xmlns:a16="http://schemas.microsoft.com/office/drawing/2014/main" id="{9C96F1B3-5922-A3DF-745B-CE22AE3882FE}"/>
              </a:ext>
            </a:extLst>
          </p:cNvPr>
          <p:cNvSpPr txBox="1"/>
          <p:nvPr/>
        </p:nvSpPr>
        <p:spPr>
          <a:xfrm>
            <a:off x="5798890" y="2785858"/>
            <a:ext cx="3605169" cy="369332"/>
          </a:xfrm>
          <a:prstGeom prst="rect">
            <a:avLst/>
          </a:prstGeom>
          <a:noFill/>
        </p:spPr>
        <p:txBody>
          <a:bodyPr wrap="square">
            <a:spAutoFit/>
          </a:bodyPr>
          <a:lstStyle/>
          <a:p>
            <a:r>
              <a:rPr lang="en-US" altLang="zh-CN" dirty="0"/>
              <a:t>Single-Input Single-Output (SISO)</a:t>
            </a:r>
            <a:endParaRPr lang="zh-CN" altLang="en-US" dirty="0"/>
          </a:p>
        </p:txBody>
      </p:sp>
      <p:sp>
        <p:nvSpPr>
          <p:cNvPr id="9" name="TextBox 8">
            <a:extLst>
              <a:ext uri="{FF2B5EF4-FFF2-40B4-BE49-F238E27FC236}">
                <a16:creationId xmlns:a16="http://schemas.microsoft.com/office/drawing/2014/main" id="{18B4180C-C3A9-BB6F-008E-06F7A54DB4C7}"/>
              </a:ext>
            </a:extLst>
          </p:cNvPr>
          <p:cNvSpPr txBox="1"/>
          <p:nvPr/>
        </p:nvSpPr>
        <p:spPr>
          <a:xfrm>
            <a:off x="329967" y="4918102"/>
            <a:ext cx="11803310" cy="1477328"/>
          </a:xfrm>
          <a:prstGeom prst="rect">
            <a:avLst/>
          </a:prstGeom>
          <a:noFill/>
        </p:spPr>
        <p:txBody>
          <a:bodyPr wrap="square">
            <a:spAutoFit/>
          </a:bodyPr>
          <a:lstStyle/>
          <a:p>
            <a:r>
              <a:rPr lang="zh-CN" altLang="en-US" dirty="0"/>
              <a:t>         r(t)</a:t>
            </a:r>
          </a:p>
          <a:p>
            <a:r>
              <a:rPr lang="zh-CN" altLang="en-US" dirty="0"/>
              <a:t>          ↓</a:t>
            </a:r>
          </a:p>
          <a:p>
            <a:r>
              <a:rPr lang="zh-CN" altLang="en-US" dirty="0"/>
              <a:t>       (+)─── e(t) ──► [ Controller ] ──► u(t) ──► [ System ] ──► y(t)</a:t>
            </a:r>
          </a:p>
          <a:p>
            <a:r>
              <a:rPr lang="zh-CN" altLang="en-US" dirty="0"/>
              <a:t>         ▲                                                                                          │</a:t>
            </a:r>
          </a:p>
          <a:p>
            <a:r>
              <a:rPr lang="zh-CN" altLang="en-US" dirty="0"/>
              <a:t>         └────────────────────────────────────────────┘</a:t>
            </a:r>
          </a:p>
        </p:txBody>
      </p:sp>
      <p:sp>
        <p:nvSpPr>
          <p:cNvPr id="10" name="Rectangle 1">
            <a:extLst>
              <a:ext uri="{FF2B5EF4-FFF2-40B4-BE49-F238E27FC236}">
                <a16:creationId xmlns:a16="http://schemas.microsoft.com/office/drawing/2014/main" id="{823207A8-7363-CCDA-F20C-6C27FBA657CF}"/>
              </a:ext>
            </a:extLst>
          </p:cNvPr>
          <p:cNvSpPr>
            <a:spLocks noChangeArrowheads="1"/>
          </p:cNvSpPr>
          <p:nvPr/>
        </p:nvSpPr>
        <p:spPr bwMode="auto">
          <a:xfrm>
            <a:off x="5798890" y="3585942"/>
            <a:ext cx="17748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Reference: 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Output: y(t)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Error: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e(t)=y(t)−r(t)</a:t>
            </a:r>
          </a:p>
        </p:txBody>
      </p:sp>
    </p:spTree>
    <p:extLst>
      <p:ext uri="{BB962C8B-B14F-4D97-AF65-F5344CB8AC3E}">
        <p14:creationId xmlns:p14="http://schemas.microsoft.com/office/powerpoint/2010/main" val="29601223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5DD18-7C9E-D18D-00F4-255D5E5C5F6A}"/>
              </a:ext>
            </a:extLst>
          </p:cNvPr>
          <p:cNvSpPr>
            <a:spLocks noGrp="1"/>
          </p:cNvSpPr>
          <p:nvPr>
            <p:ph type="title"/>
          </p:nvPr>
        </p:nvSpPr>
        <p:spPr/>
        <p:txBody>
          <a:bodyPr>
            <a:normAutofit/>
          </a:bodyPr>
          <a:lstStyle/>
          <a:p>
            <a:endParaRPr lang="zh-CN" altLang="en-US" sz="3200" dirty="0"/>
          </a:p>
        </p:txBody>
      </p:sp>
      <p:sp>
        <p:nvSpPr>
          <p:cNvPr id="3" name="Content Placeholder 2">
            <a:extLst>
              <a:ext uri="{FF2B5EF4-FFF2-40B4-BE49-F238E27FC236}">
                <a16:creationId xmlns:a16="http://schemas.microsoft.com/office/drawing/2014/main" id="{7AE6DD2F-16D1-36AE-2B4A-7B1C4EED2483}"/>
              </a:ext>
            </a:extLst>
          </p:cNvPr>
          <p:cNvSpPr>
            <a:spLocks noGrp="1"/>
          </p:cNvSpPr>
          <p:nvPr>
            <p:ph idx="1"/>
          </p:nvPr>
        </p:nvSpPr>
        <p:spPr/>
        <p:txBody>
          <a:bodyPr>
            <a:normAutofit/>
          </a:bodyPr>
          <a:lstStyle/>
          <a:p>
            <a:endParaRPr lang="zh-CN" altLang="en-US" sz="2000" dirty="0"/>
          </a:p>
        </p:txBody>
      </p:sp>
    </p:spTree>
    <p:extLst>
      <p:ext uri="{BB962C8B-B14F-4D97-AF65-F5344CB8AC3E}">
        <p14:creationId xmlns:p14="http://schemas.microsoft.com/office/powerpoint/2010/main" val="35871618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6F2FFD-39BB-D082-7BD1-4D1ABA3912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6BD3D7-6145-B11C-C09F-6013D72186E6}"/>
              </a:ext>
            </a:extLst>
          </p:cNvPr>
          <p:cNvSpPr>
            <a:spLocks noGrp="1"/>
          </p:cNvSpPr>
          <p:nvPr>
            <p:ph type="ctrTitle"/>
          </p:nvPr>
        </p:nvSpPr>
        <p:spPr>
          <a:xfrm>
            <a:off x="1075767" y="1188637"/>
            <a:ext cx="2988234" cy="4480726"/>
          </a:xfrm>
        </p:spPr>
        <p:txBody>
          <a:bodyPr vert="horz" lIns="91440" tIns="45720" rIns="91440" bIns="45720" rtlCol="0" anchor="ctr">
            <a:normAutofit/>
          </a:bodyPr>
          <a:lstStyle/>
          <a:p>
            <a:pPr algn="r"/>
            <a:r>
              <a:rPr lang="en-US" altLang="zh-CN" sz="6600" b="1" kern="1200" dirty="0">
                <a:solidFill>
                  <a:schemeClr val="tx1"/>
                </a:solidFill>
                <a:latin typeface="+mj-lt"/>
                <a:ea typeface="+mj-ea"/>
                <a:cs typeface="+mj-cs"/>
              </a:rPr>
              <a:t>outline</a:t>
            </a:r>
            <a:endParaRPr lang="en-US" altLang="zh-CN" sz="6600" kern="1200" dirty="0">
              <a:solidFill>
                <a:schemeClr val="tx1"/>
              </a:solidFill>
              <a:latin typeface="+mj-lt"/>
              <a:ea typeface="+mj-ea"/>
              <a:cs typeface="+mj-cs"/>
            </a:endParaRP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5E26B908-6974-B092-A4E5-11A0929B5C3A}"/>
              </a:ext>
            </a:extLst>
          </p:cNvPr>
          <p:cNvSpPr>
            <a:spLocks noGrp="1"/>
          </p:cNvSpPr>
          <p:nvPr>
            <p:ph type="subTitle" idx="1"/>
          </p:nvPr>
        </p:nvSpPr>
        <p:spPr>
          <a:xfrm>
            <a:off x="5255260" y="1648870"/>
            <a:ext cx="4702848" cy="3560260"/>
          </a:xfrm>
        </p:spPr>
        <p:txBody>
          <a:bodyPr vert="horz" lIns="91440" tIns="45720" rIns="91440" bIns="45720" rtlCol="0" anchor="ctr">
            <a:normAutofit/>
          </a:bodyPr>
          <a:lstStyle/>
          <a:p>
            <a:pPr indent="-228600" algn="l">
              <a:buFont typeface="Arial" panose="020B0604020202020204" pitchFamily="34" charset="0"/>
              <a:buChar char="•"/>
            </a:pPr>
            <a:r>
              <a:rPr lang="en-US" altLang="zh-CN" dirty="0"/>
              <a:t>Topic</a:t>
            </a:r>
          </a:p>
          <a:p>
            <a:pPr indent="-228600" algn="l">
              <a:buFont typeface="Arial" panose="020B0604020202020204" pitchFamily="34" charset="0"/>
              <a:buChar char="•"/>
            </a:pPr>
            <a:r>
              <a:rPr lang="en-US" altLang="zh-CN" dirty="0"/>
              <a:t>Goals</a:t>
            </a:r>
          </a:p>
          <a:p>
            <a:pPr indent="-228600" algn="l">
              <a:buFont typeface="Arial" panose="020B0604020202020204" pitchFamily="34" charset="0"/>
              <a:buChar char="•"/>
            </a:pPr>
            <a:r>
              <a:rPr lang="en-US" altLang="zh-CN" dirty="0"/>
              <a:t>Plans</a:t>
            </a:r>
          </a:p>
          <a:p>
            <a:pPr indent="-228600" algn="l">
              <a:buFont typeface="Arial" panose="020B0604020202020204" pitchFamily="34" charset="0"/>
              <a:buChar char="•"/>
            </a:pPr>
            <a:r>
              <a:rPr lang="en-US" altLang="zh-CN" dirty="0"/>
              <a:t>Study resource/ code</a:t>
            </a:r>
          </a:p>
        </p:txBody>
      </p:sp>
    </p:spTree>
    <p:extLst>
      <p:ext uri="{BB962C8B-B14F-4D97-AF65-F5344CB8AC3E}">
        <p14:creationId xmlns:p14="http://schemas.microsoft.com/office/powerpoint/2010/main" val="19573115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49F2B3-EFE1-4FC5-6F36-94733E5CD5E8}"/>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altLang="zh-CN" sz="11500" kern="1200">
                <a:solidFill>
                  <a:schemeClr val="tx1"/>
                </a:solidFill>
                <a:latin typeface="+mj-lt"/>
                <a:ea typeface="+mj-ea"/>
                <a:cs typeface="+mj-cs"/>
              </a:rPr>
              <a:t>Thanks</a:t>
            </a:r>
          </a:p>
        </p:txBody>
      </p:sp>
    </p:spTree>
    <p:extLst>
      <p:ext uri="{BB962C8B-B14F-4D97-AF65-F5344CB8AC3E}">
        <p14:creationId xmlns:p14="http://schemas.microsoft.com/office/powerpoint/2010/main" val="761870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6172</TotalTime>
  <Words>4335</Words>
  <Application>Microsoft Office PowerPoint</Application>
  <PresentationFormat>Widescreen</PresentationFormat>
  <Paragraphs>391</Paragraphs>
  <Slides>69</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 Unicode MS</vt:lpstr>
      <vt:lpstr>Segoe WPC</vt:lpstr>
      <vt:lpstr>等线</vt:lpstr>
      <vt:lpstr>等线 Light</vt:lpstr>
      <vt:lpstr>Arial</vt:lpstr>
      <vt:lpstr>Calibri</vt:lpstr>
      <vt:lpstr>Consolas</vt:lpstr>
      <vt:lpstr>Office Theme</vt:lpstr>
      <vt:lpstr>PowerPoint Presentation</vt:lpstr>
      <vt:lpstr>PowerPoint Presentation</vt:lpstr>
      <vt:lpstr>The model algorithm is based on this repo </vt:lpstr>
      <vt:lpstr>PowerPoint Presentation</vt:lpstr>
      <vt:lpstr>PowerPoint Presentation</vt:lpstr>
      <vt:lpstr>PowerPoint Presentation</vt:lpstr>
      <vt:lpstr>base yaw  （when we get base, rotation fuc.）</vt:lpstr>
      <vt:lpstr>PowerPoint Presentation</vt:lpstr>
      <vt:lpstr>PowerPoint Presentation</vt:lpstr>
      <vt:lpstr>PowerPoint Presentation</vt:lpstr>
      <vt:lpstr>PID limitation</vt:lpstr>
      <vt:lpstr>PowerPoint Presentation</vt:lpstr>
      <vt:lpstr>PowerPoint Presentation</vt:lpstr>
      <vt:lpstr>Get the best performance within certain limitation</vt:lpstr>
      <vt:lpstr>Nonlinear MPC for Excavator Arm Control: Goal </vt:lpstr>
      <vt:lpstr>System Architecture</vt:lpstr>
      <vt:lpstr>PowerPoint Presentation</vt:lpstr>
      <vt:lpstr>Automatic Differentiation (AD)</vt:lpstr>
      <vt:lpstr>IPOPT and NLPs</vt:lpstr>
      <vt:lpstr>Nonlinear MPC for Excavator Arm</vt:lpstr>
      <vt:lpstr>System Model</vt:lpstr>
      <vt:lpstr>Dynamics Model</vt:lpstr>
      <vt:lpstr>World-Frame Kinematics</vt:lpstr>
      <vt:lpstr>MPC Formulation</vt:lpstr>
      <vt:lpstr>Receding Horizon Control</vt:lpstr>
      <vt:lpstr>Implementation</vt:lpstr>
      <vt:lpstr>Simulation Results</vt:lpstr>
      <vt:lpstr>This project is based on this open resources but has a huge different  and  we upgraded this one , adapted to our own.</vt:lpstr>
      <vt:lpstr>Conclusion &amp; Future Work</vt:lpstr>
      <vt:lpstr>NLP</vt:lpstr>
      <vt:lpstr>This project is based on this open resources but has a huge different  and  we upgraded this one , adapted to our own.</vt:lpstr>
      <vt:lpstr>Architecture</vt:lpstr>
      <vt:lpstr>Architecture</vt:lpstr>
      <vt:lpstr>PowerPoint Presentation</vt:lpstr>
      <vt:lpstr>Working Flows</vt:lpstr>
      <vt:lpstr>How to adjust velocity</vt:lpstr>
      <vt:lpstr>Architecture</vt:lpstr>
      <vt:lpstr>Architecture</vt:lpstr>
      <vt:lpstr>Data Flow</vt:lpstr>
      <vt:lpstr>Usage</vt:lpstr>
      <vt:lpstr>2D</vt:lpstr>
      <vt:lpstr>Input parameter</vt:lpstr>
      <vt:lpstr>GUI</vt:lpstr>
      <vt:lpstr>Output</vt:lpstr>
      <vt:lpstr>3D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lpstr>Next step </vt:lpstr>
      <vt:lpstr>Deployment advices</vt:lpstr>
      <vt:lpstr>Thesis tips</vt:lpstr>
      <vt:lpstr>PID controller</vt:lpstr>
      <vt:lpstr>MPC  study  Link</vt:lpstr>
      <vt:lpstr>MPC  study  Link</vt:lpstr>
      <vt:lpstr> “为什么不用 PID？</vt:lpstr>
      <vt:lpstr>Get the best performance within certain limitation</vt:lpstr>
      <vt:lpstr>PowerPoint Presentation</vt:lpstr>
      <vt:lpstr>outline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Jiancai x Hou</dc:creator>
  <cp:lastModifiedBy>Jiancai x Hou</cp:lastModifiedBy>
  <cp:revision>688</cp:revision>
  <dcterms:created xsi:type="dcterms:W3CDTF">2025-12-02T10:32:42Z</dcterms:created>
  <dcterms:modified xsi:type="dcterms:W3CDTF">2026-01-13T14:21:46Z</dcterms:modified>
</cp:coreProperties>
</file>